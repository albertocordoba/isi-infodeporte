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61" r:id="rId2"/>
    <p:sldId id="293" r:id="rId3"/>
    <p:sldId id="295" r:id="rId4"/>
    <p:sldId id="257" r:id="rId5"/>
    <p:sldId id="275" r:id="rId6"/>
    <p:sldId id="276" r:id="rId7"/>
    <p:sldId id="270" r:id="rId8"/>
    <p:sldId id="263" r:id="rId9"/>
    <p:sldId id="258" r:id="rId10"/>
    <p:sldId id="271" r:id="rId11"/>
    <p:sldId id="290" r:id="rId12"/>
    <p:sldId id="267" r:id="rId13"/>
    <p:sldId id="277" r:id="rId14"/>
    <p:sldId id="286" r:id="rId15"/>
    <p:sldId id="287" r:id="rId16"/>
    <p:sldId id="266" r:id="rId17"/>
    <p:sldId id="265" r:id="rId18"/>
    <p:sldId id="288" r:id="rId19"/>
    <p:sldId id="269" r:id="rId20"/>
    <p:sldId id="278" r:id="rId21"/>
    <p:sldId id="273" r:id="rId22"/>
    <p:sldId id="289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115CB-7FA4-B64F-5934-5B24CBCCA919}" v="246" dt="2025-04-21T09:20:53.493"/>
    <p1510:client id="{B3A16E75-8E4E-5452-49BF-D2760B8A70CE}" v="247" dt="2025-04-21T17:07:16.768"/>
    <p1510:client id="{D6F6032E-858F-E4E6-60FB-2BFF3E8FD697}" v="414" dt="2025-04-21T16:51:43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80B9EE-28A1-4016-948C-84ECBD11962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7A1E798-89DF-4448-B884-0F24B22D7D96}">
      <dgm:prSet phldr="0"/>
      <dgm:spPr/>
      <dgm:t>
        <a:bodyPr/>
        <a:lstStyle/>
        <a:p>
          <a:r>
            <a:rPr lang="es-ES" i="1">
              <a:latin typeface="Sitka Banner"/>
            </a:rPr>
            <a:t>Un proyecto con gran impacto</a:t>
          </a:r>
          <a:endParaRPr lang="es-ES"/>
        </a:p>
      </dgm:t>
    </dgm:pt>
    <dgm:pt modelId="{271C38A1-7473-4000-9040-78648846D6D3}" type="parTrans" cxnId="{ED55ED4F-1286-4CB8-BDB9-A0A017466BBD}">
      <dgm:prSet/>
      <dgm:spPr/>
      <dgm:t>
        <a:bodyPr/>
        <a:lstStyle/>
        <a:p>
          <a:endParaRPr lang="en-US"/>
        </a:p>
      </dgm:t>
    </dgm:pt>
    <dgm:pt modelId="{CD72657C-B520-4991-9C62-2A300009F2B0}" type="sibTrans" cxnId="{ED55ED4F-1286-4CB8-BDB9-A0A017466BBD}">
      <dgm:prSet/>
      <dgm:spPr/>
      <dgm:t>
        <a:bodyPr/>
        <a:lstStyle/>
        <a:p>
          <a:endParaRPr lang="en-US"/>
        </a:p>
      </dgm:t>
    </dgm:pt>
    <dgm:pt modelId="{3637E95C-71B0-4E61-9A4F-D34054FCE6B2}">
      <dgm:prSet phldr="0"/>
      <dgm:spPr/>
      <dgm:t>
        <a:bodyPr/>
        <a:lstStyle/>
        <a:p>
          <a:r>
            <a:rPr lang="es-ES" i="1">
              <a:latin typeface="Sitka Banner"/>
            </a:rPr>
            <a:t>¿Quiénes somos?</a:t>
          </a:r>
          <a:endParaRPr lang="en-US">
            <a:latin typeface="Sitka Banner"/>
          </a:endParaRPr>
        </a:p>
      </dgm:t>
    </dgm:pt>
    <dgm:pt modelId="{B5CFBBFA-C15F-4196-BFB8-C99C2F71B66C}" type="parTrans" cxnId="{CFD83BFE-E27B-4A00-BC04-1820A2303E23}">
      <dgm:prSet/>
      <dgm:spPr/>
    </dgm:pt>
    <dgm:pt modelId="{546E71C1-85B2-41E8-89AE-3FF325BD1909}" type="sibTrans" cxnId="{CFD83BFE-E27B-4A00-BC04-1820A2303E23}">
      <dgm:prSet/>
      <dgm:spPr/>
      <dgm:t>
        <a:bodyPr/>
        <a:lstStyle/>
        <a:p>
          <a:endParaRPr lang="es-ES"/>
        </a:p>
      </dgm:t>
    </dgm:pt>
    <dgm:pt modelId="{ADF8D01A-83F1-425C-94BA-699652F2DBD0}">
      <dgm:prSet phldr="0"/>
      <dgm:spPr/>
      <dgm:t>
        <a:bodyPr/>
        <a:lstStyle/>
        <a:p>
          <a:r>
            <a:rPr lang="es-ES" i="1">
              <a:latin typeface="Sitka Banner"/>
            </a:rPr>
            <a:t>Roles del equipo</a:t>
          </a:r>
          <a:endParaRPr lang="en-US">
            <a:latin typeface="Sitka Banner"/>
          </a:endParaRPr>
        </a:p>
      </dgm:t>
    </dgm:pt>
    <dgm:pt modelId="{1017177F-60CD-4E60-99D0-8E27A1072A25}" type="parTrans" cxnId="{69BE0FF8-5903-41A7-983A-8838A83CCBA9}">
      <dgm:prSet/>
      <dgm:spPr/>
    </dgm:pt>
    <dgm:pt modelId="{4D4319BC-732C-4D1D-B09D-18AEE380D58E}" type="sibTrans" cxnId="{69BE0FF8-5903-41A7-983A-8838A83CCBA9}">
      <dgm:prSet/>
      <dgm:spPr/>
      <dgm:t>
        <a:bodyPr/>
        <a:lstStyle/>
        <a:p>
          <a:endParaRPr lang="es-ES"/>
        </a:p>
      </dgm:t>
    </dgm:pt>
    <dgm:pt modelId="{885719DA-9F61-4235-B082-482B35EEFFC4}">
      <dgm:prSet phldr="0"/>
      <dgm:spPr/>
      <dgm:t>
        <a:bodyPr/>
        <a:lstStyle/>
        <a:p>
          <a:r>
            <a:rPr lang="es-ES" i="1">
              <a:latin typeface="Sitka Banner"/>
            </a:rPr>
            <a:t>Motivación del proyecto</a:t>
          </a:r>
          <a:endParaRPr lang="en-US">
            <a:latin typeface="Sitka Banner"/>
          </a:endParaRPr>
        </a:p>
      </dgm:t>
    </dgm:pt>
    <dgm:pt modelId="{0F9C7A7E-C0B9-498D-B963-EF09E5DE3671}" type="parTrans" cxnId="{AEBB3BA7-750A-4059-ABF8-924497E0757D}">
      <dgm:prSet/>
      <dgm:spPr/>
    </dgm:pt>
    <dgm:pt modelId="{ADBD1AEA-CAF9-4DCE-B249-26B5B5A674D5}" type="sibTrans" cxnId="{AEBB3BA7-750A-4059-ABF8-924497E0757D}">
      <dgm:prSet/>
      <dgm:spPr/>
      <dgm:t>
        <a:bodyPr/>
        <a:lstStyle/>
        <a:p>
          <a:endParaRPr lang="es-ES"/>
        </a:p>
      </dgm:t>
    </dgm:pt>
    <dgm:pt modelId="{823E7446-DD5E-4843-90C3-1230F9B50F97}">
      <dgm:prSet phldr="0"/>
      <dgm:spPr/>
      <dgm:t>
        <a:bodyPr/>
        <a:lstStyle/>
        <a:p>
          <a:r>
            <a:rPr lang="es-ES" i="1">
              <a:latin typeface="Sitka Banner"/>
            </a:rPr>
            <a:t>¿Es útil y viable?</a:t>
          </a:r>
          <a:endParaRPr lang="en-US">
            <a:latin typeface="Sitka Banner"/>
          </a:endParaRPr>
        </a:p>
      </dgm:t>
    </dgm:pt>
    <dgm:pt modelId="{0385C863-8D4A-44C9-B142-9CF934330C10}" type="parTrans" cxnId="{AF3A2A27-7E2C-4CBA-99EA-9A0A65AD8A3F}">
      <dgm:prSet/>
      <dgm:spPr/>
    </dgm:pt>
    <dgm:pt modelId="{10BB7C27-B53A-4378-BAD8-27E180D24574}" type="sibTrans" cxnId="{AF3A2A27-7E2C-4CBA-99EA-9A0A65AD8A3F}">
      <dgm:prSet/>
      <dgm:spPr/>
      <dgm:t>
        <a:bodyPr/>
        <a:lstStyle/>
        <a:p>
          <a:endParaRPr lang="es-ES"/>
        </a:p>
      </dgm:t>
    </dgm:pt>
    <dgm:pt modelId="{F302B056-EA2E-4220-840E-8C888DED1D0A}">
      <dgm:prSet phldr="0"/>
      <dgm:spPr/>
      <dgm:t>
        <a:bodyPr/>
        <a:lstStyle/>
        <a:p>
          <a:r>
            <a:rPr lang="es-ES" i="1">
              <a:latin typeface="Sitka Banner"/>
            </a:rPr>
            <a:t>Descripción general</a:t>
          </a:r>
          <a:endParaRPr lang="en-US">
            <a:latin typeface="Sitka Banner"/>
          </a:endParaRPr>
        </a:p>
      </dgm:t>
    </dgm:pt>
    <dgm:pt modelId="{452610FA-119E-4388-A153-E014D3C82706}" type="parTrans" cxnId="{363FB996-C0A3-434F-9CF5-DE0EDABFF561}">
      <dgm:prSet/>
      <dgm:spPr/>
    </dgm:pt>
    <dgm:pt modelId="{FBA8A2DA-75A4-436C-8E32-E1EBFBDEC302}" type="sibTrans" cxnId="{363FB996-C0A3-434F-9CF5-DE0EDABFF561}">
      <dgm:prSet/>
      <dgm:spPr/>
      <dgm:t>
        <a:bodyPr/>
        <a:lstStyle/>
        <a:p>
          <a:endParaRPr lang="es-ES"/>
        </a:p>
      </dgm:t>
    </dgm:pt>
    <dgm:pt modelId="{2E41F481-CB71-4706-AFCD-037007265672}">
      <dgm:prSet phldr="0"/>
      <dgm:spPr/>
      <dgm:t>
        <a:bodyPr/>
        <a:lstStyle/>
        <a:p>
          <a:r>
            <a:rPr lang="es-ES" i="1">
              <a:latin typeface="Sitka Banner"/>
            </a:rPr>
            <a:t>Objetivos del proyecto</a:t>
          </a:r>
          <a:endParaRPr lang="en-US">
            <a:latin typeface="Sitka Banner"/>
          </a:endParaRPr>
        </a:p>
      </dgm:t>
    </dgm:pt>
    <dgm:pt modelId="{60BB40B6-BCAC-4085-9308-616A673F56DD}" type="parTrans" cxnId="{26DF4D05-2096-4F52-BF81-DD86007C5A52}">
      <dgm:prSet/>
      <dgm:spPr/>
    </dgm:pt>
    <dgm:pt modelId="{31621139-ED87-4C76-92B5-B95137EAB8EA}" type="sibTrans" cxnId="{26DF4D05-2096-4F52-BF81-DD86007C5A52}">
      <dgm:prSet/>
      <dgm:spPr/>
      <dgm:t>
        <a:bodyPr/>
        <a:lstStyle/>
        <a:p>
          <a:endParaRPr lang="es-ES"/>
        </a:p>
      </dgm:t>
    </dgm:pt>
    <dgm:pt modelId="{CB1658E3-5086-4670-8B3A-8DD4EB3911D3}" type="pres">
      <dgm:prSet presAssocID="{E780B9EE-28A1-4016-948C-84ECBD11962A}" presName="vert0" presStyleCnt="0">
        <dgm:presLayoutVars>
          <dgm:dir/>
          <dgm:animOne val="branch"/>
          <dgm:animLvl val="lvl"/>
        </dgm:presLayoutVars>
      </dgm:prSet>
      <dgm:spPr/>
    </dgm:pt>
    <dgm:pt modelId="{F7FEA110-A939-4DAC-AB6C-A74F220924C2}" type="pres">
      <dgm:prSet presAssocID="{3637E95C-71B0-4E61-9A4F-D34054FCE6B2}" presName="thickLine" presStyleLbl="alignNode1" presStyleIdx="0" presStyleCnt="7"/>
      <dgm:spPr/>
    </dgm:pt>
    <dgm:pt modelId="{203C66BA-0B8D-4972-AABA-B3EDD4C640D6}" type="pres">
      <dgm:prSet presAssocID="{3637E95C-71B0-4E61-9A4F-D34054FCE6B2}" presName="horz1" presStyleCnt="0"/>
      <dgm:spPr/>
    </dgm:pt>
    <dgm:pt modelId="{9878C03E-C0A4-491C-8195-CE17997D0E1F}" type="pres">
      <dgm:prSet presAssocID="{3637E95C-71B0-4E61-9A4F-D34054FCE6B2}" presName="tx1" presStyleLbl="revTx" presStyleIdx="0" presStyleCnt="7"/>
      <dgm:spPr/>
    </dgm:pt>
    <dgm:pt modelId="{8DB7F1FA-C306-4AF3-B7F3-C867AD1B6BA1}" type="pres">
      <dgm:prSet presAssocID="{3637E95C-71B0-4E61-9A4F-D34054FCE6B2}" presName="vert1" presStyleCnt="0"/>
      <dgm:spPr/>
    </dgm:pt>
    <dgm:pt modelId="{F4ADE390-B021-4FC1-88F3-C9E7582AAB09}" type="pres">
      <dgm:prSet presAssocID="{ADF8D01A-83F1-425C-94BA-699652F2DBD0}" presName="thickLine" presStyleLbl="alignNode1" presStyleIdx="1" presStyleCnt="7"/>
      <dgm:spPr/>
    </dgm:pt>
    <dgm:pt modelId="{E38D2B79-4CE1-4551-B5AB-21C0A1C06783}" type="pres">
      <dgm:prSet presAssocID="{ADF8D01A-83F1-425C-94BA-699652F2DBD0}" presName="horz1" presStyleCnt="0"/>
      <dgm:spPr/>
    </dgm:pt>
    <dgm:pt modelId="{42DE53AD-1EA7-4680-B6C9-8112B5ED92B8}" type="pres">
      <dgm:prSet presAssocID="{ADF8D01A-83F1-425C-94BA-699652F2DBD0}" presName="tx1" presStyleLbl="revTx" presStyleIdx="1" presStyleCnt="7"/>
      <dgm:spPr/>
    </dgm:pt>
    <dgm:pt modelId="{0C98075E-C84C-4512-B201-AE1F34D81C57}" type="pres">
      <dgm:prSet presAssocID="{ADF8D01A-83F1-425C-94BA-699652F2DBD0}" presName="vert1" presStyleCnt="0"/>
      <dgm:spPr/>
    </dgm:pt>
    <dgm:pt modelId="{FA50AB82-69EA-46B9-89C0-9FE860DC43ED}" type="pres">
      <dgm:prSet presAssocID="{885719DA-9F61-4235-B082-482B35EEFFC4}" presName="thickLine" presStyleLbl="alignNode1" presStyleIdx="2" presStyleCnt="7"/>
      <dgm:spPr/>
    </dgm:pt>
    <dgm:pt modelId="{92696FA8-9365-4218-A121-A0B1A85972F3}" type="pres">
      <dgm:prSet presAssocID="{885719DA-9F61-4235-B082-482B35EEFFC4}" presName="horz1" presStyleCnt="0"/>
      <dgm:spPr/>
    </dgm:pt>
    <dgm:pt modelId="{1B085E10-770C-488E-A742-CD0B40F0E55A}" type="pres">
      <dgm:prSet presAssocID="{885719DA-9F61-4235-B082-482B35EEFFC4}" presName="tx1" presStyleLbl="revTx" presStyleIdx="2" presStyleCnt="7"/>
      <dgm:spPr/>
    </dgm:pt>
    <dgm:pt modelId="{F6001F4D-1148-4268-8684-ED4A82D2B8E9}" type="pres">
      <dgm:prSet presAssocID="{885719DA-9F61-4235-B082-482B35EEFFC4}" presName="vert1" presStyleCnt="0"/>
      <dgm:spPr/>
    </dgm:pt>
    <dgm:pt modelId="{CC22DC90-BA5E-43DA-B03D-4AC150DB1532}" type="pres">
      <dgm:prSet presAssocID="{823E7446-DD5E-4843-90C3-1230F9B50F97}" presName="thickLine" presStyleLbl="alignNode1" presStyleIdx="3" presStyleCnt="7"/>
      <dgm:spPr/>
    </dgm:pt>
    <dgm:pt modelId="{8489FA6F-7EA2-4D34-9734-C58B959D571C}" type="pres">
      <dgm:prSet presAssocID="{823E7446-DD5E-4843-90C3-1230F9B50F97}" presName="horz1" presStyleCnt="0"/>
      <dgm:spPr/>
    </dgm:pt>
    <dgm:pt modelId="{6DEA32A8-AADB-4C1C-8B30-30892235FD84}" type="pres">
      <dgm:prSet presAssocID="{823E7446-DD5E-4843-90C3-1230F9B50F97}" presName="tx1" presStyleLbl="revTx" presStyleIdx="3" presStyleCnt="7"/>
      <dgm:spPr/>
    </dgm:pt>
    <dgm:pt modelId="{25EF4AB0-0F1C-4FA7-9717-4343B1ADEFEB}" type="pres">
      <dgm:prSet presAssocID="{823E7446-DD5E-4843-90C3-1230F9B50F97}" presName="vert1" presStyleCnt="0"/>
      <dgm:spPr/>
    </dgm:pt>
    <dgm:pt modelId="{AAA4FFFA-4B03-42D7-AD3A-9EE74B5461B1}" type="pres">
      <dgm:prSet presAssocID="{F302B056-EA2E-4220-840E-8C888DED1D0A}" presName="thickLine" presStyleLbl="alignNode1" presStyleIdx="4" presStyleCnt="7"/>
      <dgm:spPr/>
    </dgm:pt>
    <dgm:pt modelId="{43D3DD04-465B-4809-A3FB-FE6F35C46C07}" type="pres">
      <dgm:prSet presAssocID="{F302B056-EA2E-4220-840E-8C888DED1D0A}" presName="horz1" presStyleCnt="0"/>
      <dgm:spPr/>
    </dgm:pt>
    <dgm:pt modelId="{937EDC1D-14E7-46BD-955A-EB12E81253E3}" type="pres">
      <dgm:prSet presAssocID="{F302B056-EA2E-4220-840E-8C888DED1D0A}" presName="tx1" presStyleLbl="revTx" presStyleIdx="4" presStyleCnt="7"/>
      <dgm:spPr/>
    </dgm:pt>
    <dgm:pt modelId="{FCD42B85-410F-45F1-8824-224797CFDDE5}" type="pres">
      <dgm:prSet presAssocID="{F302B056-EA2E-4220-840E-8C888DED1D0A}" presName="vert1" presStyleCnt="0"/>
      <dgm:spPr/>
    </dgm:pt>
    <dgm:pt modelId="{5672E67C-547C-44C8-8639-8B687197CF8F}" type="pres">
      <dgm:prSet presAssocID="{2E41F481-CB71-4706-AFCD-037007265672}" presName="thickLine" presStyleLbl="alignNode1" presStyleIdx="5" presStyleCnt="7"/>
      <dgm:spPr/>
    </dgm:pt>
    <dgm:pt modelId="{0F910BFC-B5CC-4F72-87D9-903BB1775321}" type="pres">
      <dgm:prSet presAssocID="{2E41F481-CB71-4706-AFCD-037007265672}" presName="horz1" presStyleCnt="0"/>
      <dgm:spPr/>
    </dgm:pt>
    <dgm:pt modelId="{F984F64C-CC76-4C71-A6AC-60BE5200BAC9}" type="pres">
      <dgm:prSet presAssocID="{2E41F481-CB71-4706-AFCD-037007265672}" presName="tx1" presStyleLbl="revTx" presStyleIdx="5" presStyleCnt="7"/>
      <dgm:spPr/>
    </dgm:pt>
    <dgm:pt modelId="{2CF77A2B-21EA-48AC-B3D4-E3C21A909C4D}" type="pres">
      <dgm:prSet presAssocID="{2E41F481-CB71-4706-AFCD-037007265672}" presName="vert1" presStyleCnt="0"/>
      <dgm:spPr/>
    </dgm:pt>
    <dgm:pt modelId="{B3C5E073-95DE-4BD0-826D-3B3DB7489A9F}" type="pres">
      <dgm:prSet presAssocID="{97A1E798-89DF-4448-B884-0F24B22D7D96}" presName="thickLine" presStyleLbl="alignNode1" presStyleIdx="6" presStyleCnt="7"/>
      <dgm:spPr/>
    </dgm:pt>
    <dgm:pt modelId="{E75A7D13-4FB3-4D4B-A63A-8F7736BEADF0}" type="pres">
      <dgm:prSet presAssocID="{97A1E798-89DF-4448-B884-0F24B22D7D96}" presName="horz1" presStyleCnt="0"/>
      <dgm:spPr/>
    </dgm:pt>
    <dgm:pt modelId="{7D4FD52F-C9B3-467D-AFC8-DDC7EE8BB6A2}" type="pres">
      <dgm:prSet presAssocID="{97A1E798-89DF-4448-B884-0F24B22D7D96}" presName="tx1" presStyleLbl="revTx" presStyleIdx="6" presStyleCnt="7"/>
      <dgm:spPr/>
    </dgm:pt>
    <dgm:pt modelId="{F4ABD608-541E-4185-BC00-FEF3B6B0AA05}" type="pres">
      <dgm:prSet presAssocID="{97A1E798-89DF-4448-B884-0F24B22D7D96}" presName="vert1" presStyleCnt="0"/>
      <dgm:spPr/>
    </dgm:pt>
  </dgm:ptLst>
  <dgm:cxnLst>
    <dgm:cxn modelId="{26DF4D05-2096-4F52-BF81-DD86007C5A52}" srcId="{E780B9EE-28A1-4016-948C-84ECBD11962A}" destId="{2E41F481-CB71-4706-AFCD-037007265672}" srcOrd="5" destOrd="0" parTransId="{60BB40B6-BCAC-4085-9308-616A673F56DD}" sibTransId="{31621139-ED87-4C76-92B5-B95137EAB8EA}"/>
    <dgm:cxn modelId="{EBF6D90B-7C0A-4383-9A66-B501F8578983}" type="presOf" srcId="{F302B056-EA2E-4220-840E-8C888DED1D0A}" destId="{937EDC1D-14E7-46BD-955A-EB12E81253E3}" srcOrd="0" destOrd="0" presId="urn:microsoft.com/office/officeart/2008/layout/LinedList"/>
    <dgm:cxn modelId="{30E4A623-0469-4277-9042-E1F3832DA37A}" type="presOf" srcId="{823E7446-DD5E-4843-90C3-1230F9B50F97}" destId="{6DEA32A8-AADB-4C1C-8B30-30892235FD84}" srcOrd="0" destOrd="0" presId="urn:microsoft.com/office/officeart/2008/layout/LinedList"/>
    <dgm:cxn modelId="{26CFE624-8BA2-4ADE-A7F2-E88C715E057A}" type="presOf" srcId="{3637E95C-71B0-4E61-9A4F-D34054FCE6B2}" destId="{9878C03E-C0A4-491C-8195-CE17997D0E1F}" srcOrd="0" destOrd="0" presId="urn:microsoft.com/office/officeart/2008/layout/LinedList"/>
    <dgm:cxn modelId="{1FF8DF26-8FE8-4A18-99A3-6C7C26EE6A0D}" type="presOf" srcId="{885719DA-9F61-4235-B082-482B35EEFFC4}" destId="{1B085E10-770C-488E-A742-CD0B40F0E55A}" srcOrd="0" destOrd="0" presId="urn:microsoft.com/office/officeart/2008/layout/LinedList"/>
    <dgm:cxn modelId="{AF3A2A27-7E2C-4CBA-99EA-9A0A65AD8A3F}" srcId="{E780B9EE-28A1-4016-948C-84ECBD11962A}" destId="{823E7446-DD5E-4843-90C3-1230F9B50F97}" srcOrd="3" destOrd="0" parTransId="{0385C863-8D4A-44C9-B142-9CF934330C10}" sibTransId="{10BB7C27-B53A-4378-BAD8-27E180D24574}"/>
    <dgm:cxn modelId="{2C1ED55D-6FE0-4838-B95B-D6B70B7CF043}" type="presOf" srcId="{ADF8D01A-83F1-425C-94BA-699652F2DBD0}" destId="{42DE53AD-1EA7-4680-B6C9-8112B5ED92B8}" srcOrd="0" destOrd="0" presId="urn:microsoft.com/office/officeart/2008/layout/LinedList"/>
    <dgm:cxn modelId="{ED55ED4F-1286-4CB8-BDB9-A0A017466BBD}" srcId="{E780B9EE-28A1-4016-948C-84ECBD11962A}" destId="{97A1E798-89DF-4448-B884-0F24B22D7D96}" srcOrd="6" destOrd="0" parTransId="{271C38A1-7473-4000-9040-78648846D6D3}" sibTransId="{CD72657C-B520-4991-9C62-2A300009F2B0}"/>
    <dgm:cxn modelId="{1E36DA95-D1BD-4827-94D4-8B8A4433F914}" type="presOf" srcId="{E780B9EE-28A1-4016-948C-84ECBD11962A}" destId="{CB1658E3-5086-4670-8B3A-8DD4EB3911D3}" srcOrd="0" destOrd="0" presId="urn:microsoft.com/office/officeart/2008/layout/LinedList"/>
    <dgm:cxn modelId="{363FB996-C0A3-434F-9CF5-DE0EDABFF561}" srcId="{E780B9EE-28A1-4016-948C-84ECBD11962A}" destId="{F302B056-EA2E-4220-840E-8C888DED1D0A}" srcOrd="4" destOrd="0" parTransId="{452610FA-119E-4388-A153-E014D3C82706}" sibTransId="{FBA8A2DA-75A4-436C-8E32-E1EBFBDEC302}"/>
    <dgm:cxn modelId="{AEBB3BA7-750A-4059-ABF8-924497E0757D}" srcId="{E780B9EE-28A1-4016-948C-84ECBD11962A}" destId="{885719DA-9F61-4235-B082-482B35EEFFC4}" srcOrd="2" destOrd="0" parTransId="{0F9C7A7E-C0B9-498D-B963-EF09E5DE3671}" sibTransId="{ADBD1AEA-CAF9-4DCE-B249-26B5B5A674D5}"/>
    <dgm:cxn modelId="{846B98C5-5D6F-4B2A-8531-85BD66CCABDF}" type="presOf" srcId="{2E41F481-CB71-4706-AFCD-037007265672}" destId="{F984F64C-CC76-4C71-A6AC-60BE5200BAC9}" srcOrd="0" destOrd="0" presId="urn:microsoft.com/office/officeart/2008/layout/LinedList"/>
    <dgm:cxn modelId="{9C86FEEC-2BC0-4113-84DD-2E5F5C3F82AB}" type="presOf" srcId="{97A1E798-89DF-4448-B884-0F24B22D7D96}" destId="{7D4FD52F-C9B3-467D-AFC8-DDC7EE8BB6A2}" srcOrd="0" destOrd="0" presId="urn:microsoft.com/office/officeart/2008/layout/LinedList"/>
    <dgm:cxn modelId="{69BE0FF8-5903-41A7-983A-8838A83CCBA9}" srcId="{E780B9EE-28A1-4016-948C-84ECBD11962A}" destId="{ADF8D01A-83F1-425C-94BA-699652F2DBD0}" srcOrd="1" destOrd="0" parTransId="{1017177F-60CD-4E60-99D0-8E27A1072A25}" sibTransId="{4D4319BC-732C-4D1D-B09D-18AEE380D58E}"/>
    <dgm:cxn modelId="{CFD83BFE-E27B-4A00-BC04-1820A2303E23}" srcId="{E780B9EE-28A1-4016-948C-84ECBD11962A}" destId="{3637E95C-71B0-4E61-9A4F-D34054FCE6B2}" srcOrd="0" destOrd="0" parTransId="{B5CFBBFA-C15F-4196-BFB8-C99C2F71B66C}" sibTransId="{546E71C1-85B2-41E8-89AE-3FF325BD1909}"/>
    <dgm:cxn modelId="{E0DCBC6F-3362-4FED-8816-F47F1D56045D}" type="presParOf" srcId="{CB1658E3-5086-4670-8B3A-8DD4EB3911D3}" destId="{F7FEA110-A939-4DAC-AB6C-A74F220924C2}" srcOrd="0" destOrd="0" presId="urn:microsoft.com/office/officeart/2008/layout/LinedList"/>
    <dgm:cxn modelId="{901B8A86-49F5-4F63-B475-55D16253C89F}" type="presParOf" srcId="{CB1658E3-5086-4670-8B3A-8DD4EB3911D3}" destId="{203C66BA-0B8D-4972-AABA-B3EDD4C640D6}" srcOrd="1" destOrd="0" presId="urn:microsoft.com/office/officeart/2008/layout/LinedList"/>
    <dgm:cxn modelId="{59A7B5D9-D50E-44AC-AF67-3360DB217E95}" type="presParOf" srcId="{203C66BA-0B8D-4972-AABA-B3EDD4C640D6}" destId="{9878C03E-C0A4-491C-8195-CE17997D0E1F}" srcOrd="0" destOrd="0" presId="urn:microsoft.com/office/officeart/2008/layout/LinedList"/>
    <dgm:cxn modelId="{C8A22DE2-50BF-4AC1-8A28-C4C6E87E315C}" type="presParOf" srcId="{203C66BA-0B8D-4972-AABA-B3EDD4C640D6}" destId="{8DB7F1FA-C306-4AF3-B7F3-C867AD1B6BA1}" srcOrd="1" destOrd="0" presId="urn:microsoft.com/office/officeart/2008/layout/LinedList"/>
    <dgm:cxn modelId="{7C76C6A7-0E87-4A32-B509-EBCB72A37A75}" type="presParOf" srcId="{CB1658E3-5086-4670-8B3A-8DD4EB3911D3}" destId="{F4ADE390-B021-4FC1-88F3-C9E7582AAB09}" srcOrd="2" destOrd="0" presId="urn:microsoft.com/office/officeart/2008/layout/LinedList"/>
    <dgm:cxn modelId="{1275BFBF-8235-46E8-A1E2-EC95CCE42941}" type="presParOf" srcId="{CB1658E3-5086-4670-8B3A-8DD4EB3911D3}" destId="{E38D2B79-4CE1-4551-B5AB-21C0A1C06783}" srcOrd="3" destOrd="0" presId="urn:microsoft.com/office/officeart/2008/layout/LinedList"/>
    <dgm:cxn modelId="{F404CC61-6178-4DA2-9A72-C75222BC0FF1}" type="presParOf" srcId="{E38D2B79-4CE1-4551-B5AB-21C0A1C06783}" destId="{42DE53AD-1EA7-4680-B6C9-8112B5ED92B8}" srcOrd="0" destOrd="0" presId="urn:microsoft.com/office/officeart/2008/layout/LinedList"/>
    <dgm:cxn modelId="{475B5947-1850-4129-9D57-7FD93404D03E}" type="presParOf" srcId="{E38D2B79-4CE1-4551-B5AB-21C0A1C06783}" destId="{0C98075E-C84C-4512-B201-AE1F34D81C57}" srcOrd="1" destOrd="0" presId="urn:microsoft.com/office/officeart/2008/layout/LinedList"/>
    <dgm:cxn modelId="{48EDA46A-2803-4D46-9594-1ACA760C56AF}" type="presParOf" srcId="{CB1658E3-5086-4670-8B3A-8DD4EB3911D3}" destId="{FA50AB82-69EA-46B9-89C0-9FE860DC43ED}" srcOrd="4" destOrd="0" presId="urn:microsoft.com/office/officeart/2008/layout/LinedList"/>
    <dgm:cxn modelId="{6CD3E34D-B83E-4009-9589-21D0240FE0AC}" type="presParOf" srcId="{CB1658E3-5086-4670-8B3A-8DD4EB3911D3}" destId="{92696FA8-9365-4218-A121-A0B1A85972F3}" srcOrd="5" destOrd="0" presId="urn:microsoft.com/office/officeart/2008/layout/LinedList"/>
    <dgm:cxn modelId="{ABB652FC-094F-4CA4-9697-727BFBF4A5A9}" type="presParOf" srcId="{92696FA8-9365-4218-A121-A0B1A85972F3}" destId="{1B085E10-770C-488E-A742-CD0B40F0E55A}" srcOrd="0" destOrd="0" presId="urn:microsoft.com/office/officeart/2008/layout/LinedList"/>
    <dgm:cxn modelId="{C377194D-3690-4192-94B2-932BC1633988}" type="presParOf" srcId="{92696FA8-9365-4218-A121-A0B1A85972F3}" destId="{F6001F4D-1148-4268-8684-ED4A82D2B8E9}" srcOrd="1" destOrd="0" presId="urn:microsoft.com/office/officeart/2008/layout/LinedList"/>
    <dgm:cxn modelId="{105FDD2E-0369-4A3C-B58A-185C5872ABFE}" type="presParOf" srcId="{CB1658E3-5086-4670-8B3A-8DD4EB3911D3}" destId="{CC22DC90-BA5E-43DA-B03D-4AC150DB1532}" srcOrd="6" destOrd="0" presId="urn:microsoft.com/office/officeart/2008/layout/LinedList"/>
    <dgm:cxn modelId="{C32B02F6-DEB6-464E-9E93-F392D28C96AB}" type="presParOf" srcId="{CB1658E3-5086-4670-8B3A-8DD4EB3911D3}" destId="{8489FA6F-7EA2-4D34-9734-C58B959D571C}" srcOrd="7" destOrd="0" presId="urn:microsoft.com/office/officeart/2008/layout/LinedList"/>
    <dgm:cxn modelId="{5E168526-01F8-44B5-AB53-298FB15CE844}" type="presParOf" srcId="{8489FA6F-7EA2-4D34-9734-C58B959D571C}" destId="{6DEA32A8-AADB-4C1C-8B30-30892235FD84}" srcOrd="0" destOrd="0" presId="urn:microsoft.com/office/officeart/2008/layout/LinedList"/>
    <dgm:cxn modelId="{ADA6938D-ADA9-49E4-A046-2CB06DA9D428}" type="presParOf" srcId="{8489FA6F-7EA2-4D34-9734-C58B959D571C}" destId="{25EF4AB0-0F1C-4FA7-9717-4343B1ADEFEB}" srcOrd="1" destOrd="0" presId="urn:microsoft.com/office/officeart/2008/layout/LinedList"/>
    <dgm:cxn modelId="{A5B77CEC-9AB5-4837-B6C8-31E9B13EDC9E}" type="presParOf" srcId="{CB1658E3-5086-4670-8B3A-8DD4EB3911D3}" destId="{AAA4FFFA-4B03-42D7-AD3A-9EE74B5461B1}" srcOrd="8" destOrd="0" presId="urn:microsoft.com/office/officeart/2008/layout/LinedList"/>
    <dgm:cxn modelId="{7A474658-1C8B-4EED-8259-64CC63F47B24}" type="presParOf" srcId="{CB1658E3-5086-4670-8B3A-8DD4EB3911D3}" destId="{43D3DD04-465B-4809-A3FB-FE6F35C46C07}" srcOrd="9" destOrd="0" presId="urn:microsoft.com/office/officeart/2008/layout/LinedList"/>
    <dgm:cxn modelId="{7A583AA0-AFB5-4085-A1F6-643139C48045}" type="presParOf" srcId="{43D3DD04-465B-4809-A3FB-FE6F35C46C07}" destId="{937EDC1D-14E7-46BD-955A-EB12E81253E3}" srcOrd="0" destOrd="0" presId="urn:microsoft.com/office/officeart/2008/layout/LinedList"/>
    <dgm:cxn modelId="{D10A1757-64D7-4D54-8D22-7F43C94DBE3E}" type="presParOf" srcId="{43D3DD04-465B-4809-A3FB-FE6F35C46C07}" destId="{FCD42B85-410F-45F1-8824-224797CFDDE5}" srcOrd="1" destOrd="0" presId="urn:microsoft.com/office/officeart/2008/layout/LinedList"/>
    <dgm:cxn modelId="{5DDFAA3B-EEF2-46A6-9CE2-9317C92D3EF8}" type="presParOf" srcId="{CB1658E3-5086-4670-8B3A-8DD4EB3911D3}" destId="{5672E67C-547C-44C8-8639-8B687197CF8F}" srcOrd="10" destOrd="0" presId="urn:microsoft.com/office/officeart/2008/layout/LinedList"/>
    <dgm:cxn modelId="{6DC01152-A9CB-4ABC-AFE3-A2CE25716836}" type="presParOf" srcId="{CB1658E3-5086-4670-8B3A-8DD4EB3911D3}" destId="{0F910BFC-B5CC-4F72-87D9-903BB1775321}" srcOrd="11" destOrd="0" presId="urn:microsoft.com/office/officeart/2008/layout/LinedList"/>
    <dgm:cxn modelId="{B5B4C77E-9A5F-47B2-9096-5DB9F3B3410B}" type="presParOf" srcId="{0F910BFC-B5CC-4F72-87D9-903BB1775321}" destId="{F984F64C-CC76-4C71-A6AC-60BE5200BAC9}" srcOrd="0" destOrd="0" presId="urn:microsoft.com/office/officeart/2008/layout/LinedList"/>
    <dgm:cxn modelId="{34CB6A79-25FB-4F67-91E8-92CB50A1CDE9}" type="presParOf" srcId="{0F910BFC-B5CC-4F72-87D9-903BB1775321}" destId="{2CF77A2B-21EA-48AC-B3D4-E3C21A909C4D}" srcOrd="1" destOrd="0" presId="urn:microsoft.com/office/officeart/2008/layout/LinedList"/>
    <dgm:cxn modelId="{A686ECB2-AAEE-4C7D-ABF3-72C0AD44B299}" type="presParOf" srcId="{CB1658E3-5086-4670-8B3A-8DD4EB3911D3}" destId="{B3C5E073-95DE-4BD0-826D-3B3DB7489A9F}" srcOrd="12" destOrd="0" presId="urn:microsoft.com/office/officeart/2008/layout/LinedList"/>
    <dgm:cxn modelId="{2A844903-81FF-45C8-8419-2B9DF866D038}" type="presParOf" srcId="{CB1658E3-5086-4670-8B3A-8DD4EB3911D3}" destId="{E75A7D13-4FB3-4D4B-A63A-8F7736BEADF0}" srcOrd="13" destOrd="0" presId="urn:microsoft.com/office/officeart/2008/layout/LinedList"/>
    <dgm:cxn modelId="{81FDACE3-3455-4E67-ACD2-0A9A06A901C5}" type="presParOf" srcId="{E75A7D13-4FB3-4D4B-A63A-8F7736BEADF0}" destId="{7D4FD52F-C9B3-467D-AFC8-DDC7EE8BB6A2}" srcOrd="0" destOrd="0" presId="urn:microsoft.com/office/officeart/2008/layout/LinedList"/>
    <dgm:cxn modelId="{62874DA2-CBBA-4FF8-8A29-BA7875C63A75}" type="presParOf" srcId="{E75A7D13-4FB3-4D4B-A63A-8F7736BEADF0}" destId="{F4ABD608-541E-4185-BC00-FEF3B6B0AA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80B9EE-28A1-4016-948C-84ECBD11962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7A1E798-89DF-4448-B884-0F24B22D7D96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Conclusión</a:t>
          </a:r>
          <a:endParaRPr lang="es-ES"/>
        </a:p>
      </dgm:t>
    </dgm:pt>
    <dgm:pt modelId="{271C38A1-7473-4000-9040-78648846D6D3}" type="parTrans" cxnId="{ED55ED4F-1286-4CB8-BDB9-A0A017466BBD}">
      <dgm:prSet/>
      <dgm:spPr/>
      <dgm:t>
        <a:bodyPr/>
        <a:lstStyle/>
        <a:p>
          <a:endParaRPr lang="en-US"/>
        </a:p>
      </dgm:t>
    </dgm:pt>
    <dgm:pt modelId="{CD72657C-B520-4991-9C62-2A300009F2B0}" type="sibTrans" cxnId="{ED55ED4F-1286-4CB8-BDB9-A0A017466BBD}">
      <dgm:prSet/>
      <dgm:spPr/>
      <dgm:t>
        <a:bodyPr/>
        <a:lstStyle/>
        <a:p>
          <a:endParaRPr lang="en-US"/>
        </a:p>
      </dgm:t>
    </dgm:pt>
    <dgm:pt modelId="{3637E95C-71B0-4E61-9A4F-D34054FCE6B2}">
      <dgm:prSet phldr="0"/>
      <dgm:spPr/>
      <dgm:t>
        <a:bodyPr/>
        <a:lstStyle/>
        <a:p>
          <a:pPr rtl="0"/>
          <a:r>
            <a:rPr lang="es-ES" i="0">
              <a:latin typeface="Calibri"/>
              <a:ea typeface="Calibri"/>
              <a:cs typeface="Calibri"/>
            </a:rPr>
            <a:t>¿Qué puede hacer un usuario con </a:t>
          </a:r>
          <a:r>
            <a:rPr lang="es-ES" i="0" err="1">
              <a:latin typeface="Calibri"/>
              <a:ea typeface="Calibri"/>
              <a:cs typeface="Calibri"/>
            </a:rPr>
            <a:t>Infodeporte</a:t>
          </a:r>
          <a:r>
            <a:rPr lang="es-ES" i="0">
              <a:latin typeface="Calibri"/>
              <a:ea typeface="Calibri"/>
              <a:cs typeface="Calibri"/>
            </a:rPr>
            <a:t>?</a:t>
          </a:r>
        </a:p>
      </dgm:t>
    </dgm:pt>
    <dgm:pt modelId="{B5CFBBFA-C15F-4196-BFB8-C99C2F71B66C}" type="parTrans" cxnId="{CFD83BFE-E27B-4A00-BC04-1820A2303E23}">
      <dgm:prSet/>
      <dgm:spPr/>
    </dgm:pt>
    <dgm:pt modelId="{546E71C1-85B2-41E8-89AE-3FF325BD1909}" type="sibTrans" cxnId="{CFD83BFE-E27B-4A00-BC04-1820A2303E23}">
      <dgm:prSet/>
      <dgm:spPr/>
      <dgm:t>
        <a:bodyPr/>
        <a:lstStyle/>
        <a:p>
          <a:endParaRPr lang="es-ES"/>
        </a:p>
      </dgm:t>
    </dgm:pt>
    <dgm:pt modelId="{ADF8D01A-83F1-425C-94BA-699652F2DBD0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Arquitectura y diseño técnico</a:t>
          </a:r>
          <a:endParaRPr lang="en-US">
            <a:latin typeface="Calibri"/>
            <a:ea typeface="Calibri"/>
            <a:cs typeface="Calibri"/>
          </a:endParaRPr>
        </a:p>
      </dgm:t>
    </dgm:pt>
    <dgm:pt modelId="{1017177F-60CD-4E60-99D0-8E27A1072A25}" type="parTrans" cxnId="{69BE0FF8-5903-41A7-983A-8838A83CCBA9}">
      <dgm:prSet/>
      <dgm:spPr/>
    </dgm:pt>
    <dgm:pt modelId="{4D4319BC-732C-4D1D-B09D-18AEE380D58E}" type="sibTrans" cxnId="{69BE0FF8-5903-41A7-983A-8838A83CCBA9}">
      <dgm:prSet/>
      <dgm:spPr/>
      <dgm:t>
        <a:bodyPr/>
        <a:lstStyle/>
        <a:p>
          <a:endParaRPr lang="es-ES"/>
        </a:p>
      </dgm:t>
    </dgm:pt>
    <dgm:pt modelId="{885719DA-9F61-4235-B082-482B35EEFFC4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Estructura del proyecto</a:t>
          </a:r>
          <a:endParaRPr lang="en-US" i="0">
            <a:latin typeface="Calibri"/>
            <a:ea typeface="Calibri"/>
            <a:cs typeface="Calibri"/>
          </a:endParaRPr>
        </a:p>
      </dgm:t>
    </dgm:pt>
    <dgm:pt modelId="{0F9C7A7E-C0B9-498D-B963-EF09E5DE3671}" type="parTrans" cxnId="{AEBB3BA7-750A-4059-ABF8-924497E0757D}">
      <dgm:prSet/>
      <dgm:spPr/>
    </dgm:pt>
    <dgm:pt modelId="{ADBD1AEA-CAF9-4DCE-B249-26B5B5A674D5}" type="sibTrans" cxnId="{AEBB3BA7-750A-4059-ABF8-924497E0757D}">
      <dgm:prSet/>
      <dgm:spPr/>
      <dgm:t>
        <a:bodyPr/>
        <a:lstStyle/>
        <a:p>
          <a:endParaRPr lang="es-ES"/>
        </a:p>
      </dgm:t>
    </dgm:pt>
    <dgm:pt modelId="{823E7446-DD5E-4843-90C3-1230F9B50F97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Retos técnicos y soluciones</a:t>
          </a:r>
          <a:endParaRPr lang="en-US">
            <a:latin typeface="Calibri"/>
            <a:ea typeface="Calibri"/>
            <a:cs typeface="Calibri"/>
          </a:endParaRPr>
        </a:p>
      </dgm:t>
    </dgm:pt>
    <dgm:pt modelId="{0385C863-8D4A-44C9-B142-9CF934330C10}" type="parTrans" cxnId="{AF3A2A27-7E2C-4CBA-99EA-9A0A65AD8A3F}">
      <dgm:prSet/>
      <dgm:spPr/>
    </dgm:pt>
    <dgm:pt modelId="{10BB7C27-B53A-4378-BAD8-27E180D24574}" type="sibTrans" cxnId="{AF3A2A27-7E2C-4CBA-99EA-9A0A65AD8A3F}">
      <dgm:prSet/>
      <dgm:spPr/>
      <dgm:t>
        <a:bodyPr/>
        <a:lstStyle/>
        <a:p>
          <a:endParaRPr lang="es-ES"/>
        </a:p>
      </dgm:t>
    </dgm:pt>
    <dgm:pt modelId="{F302B056-EA2E-4220-840E-8C888DED1D0A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Futuras mejoras</a:t>
          </a:r>
          <a:endParaRPr lang="en-US">
            <a:latin typeface="Calibri"/>
            <a:ea typeface="Calibri"/>
            <a:cs typeface="Calibri"/>
          </a:endParaRPr>
        </a:p>
      </dgm:t>
    </dgm:pt>
    <dgm:pt modelId="{452610FA-119E-4388-A153-E014D3C82706}" type="parTrans" cxnId="{363FB996-C0A3-434F-9CF5-DE0EDABFF561}">
      <dgm:prSet/>
      <dgm:spPr/>
    </dgm:pt>
    <dgm:pt modelId="{FBA8A2DA-75A4-436C-8E32-E1EBFBDEC302}" type="sibTrans" cxnId="{363FB996-C0A3-434F-9CF5-DE0EDABFF561}">
      <dgm:prSet/>
      <dgm:spPr/>
      <dgm:t>
        <a:bodyPr/>
        <a:lstStyle/>
        <a:p>
          <a:endParaRPr lang="es-ES"/>
        </a:p>
      </dgm:t>
    </dgm:pt>
    <dgm:pt modelId="{2E41F481-CB71-4706-AFCD-037007265672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¿Quieres probarlo tú mismo?</a:t>
          </a:r>
          <a:endParaRPr lang="es-ES">
            <a:latin typeface="Calibri"/>
            <a:ea typeface="Calibri"/>
            <a:cs typeface="Calibri"/>
          </a:endParaRPr>
        </a:p>
      </dgm:t>
    </dgm:pt>
    <dgm:pt modelId="{60BB40B6-BCAC-4085-9308-616A673F56DD}" type="parTrans" cxnId="{26DF4D05-2096-4F52-BF81-DD86007C5A52}">
      <dgm:prSet/>
      <dgm:spPr/>
    </dgm:pt>
    <dgm:pt modelId="{31621139-ED87-4C76-92B5-B95137EAB8EA}" type="sibTrans" cxnId="{26DF4D05-2096-4F52-BF81-DD86007C5A52}">
      <dgm:prSet/>
      <dgm:spPr/>
      <dgm:t>
        <a:bodyPr/>
        <a:lstStyle/>
        <a:p>
          <a:endParaRPr lang="es-ES"/>
        </a:p>
      </dgm:t>
    </dgm:pt>
    <dgm:pt modelId="{C5B783D6-6077-45E1-9FA0-994FDD8341BF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De la idea al diseño</a:t>
          </a:r>
          <a:endParaRPr lang="en-US" i="0">
            <a:latin typeface="Calibri"/>
            <a:ea typeface="Calibri"/>
            <a:cs typeface="Calibri"/>
          </a:endParaRPr>
        </a:p>
      </dgm:t>
    </dgm:pt>
    <dgm:pt modelId="{37056832-C332-4B78-90BA-A1DE420A3DAF}" type="parTrans" cxnId="{26177C74-9A90-4CA5-9632-CCBAFDE305D2}">
      <dgm:prSet/>
      <dgm:spPr/>
    </dgm:pt>
    <dgm:pt modelId="{0A695E06-AF30-42BB-8220-274C2D2424B4}" type="sibTrans" cxnId="{26177C74-9A90-4CA5-9632-CCBAFDE305D2}">
      <dgm:prSet/>
      <dgm:spPr/>
    </dgm:pt>
    <dgm:pt modelId="{CB94DD59-9CD5-4CEE-8CA2-7B456ECC517A}">
      <dgm:prSet phldr="0"/>
      <dgm:spPr/>
      <dgm:t>
        <a:bodyPr/>
        <a:lstStyle/>
        <a:p>
          <a:r>
            <a:rPr lang="es-ES" i="0">
              <a:latin typeface="Calibri"/>
              <a:ea typeface="Calibri"/>
              <a:cs typeface="Calibri"/>
            </a:rPr>
            <a:t>Tecnologías usadas</a:t>
          </a:r>
          <a:endParaRPr lang="en-US" i="0">
            <a:latin typeface="Calibri"/>
            <a:ea typeface="Calibri"/>
            <a:cs typeface="Calibri"/>
          </a:endParaRPr>
        </a:p>
      </dgm:t>
    </dgm:pt>
    <dgm:pt modelId="{2CD1E420-63AF-418A-B29B-4BDF8C0A71B6}" type="parTrans" cxnId="{014E21A3-5917-4EBC-8F4E-3BD0E316AC3A}">
      <dgm:prSet/>
      <dgm:spPr/>
    </dgm:pt>
    <dgm:pt modelId="{DA75F697-53E5-4CCF-B021-A76510B22D7C}" type="sibTrans" cxnId="{014E21A3-5917-4EBC-8F4E-3BD0E316AC3A}">
      <dgm:prSet/>
      <dgm:spPr/>
    </dgm:pt>
    <dgm:pt modelId="{9919E62D-565C-47FA-9EC3-96E36B8F0A8E}" type="pres">
      <dgm:prSet presAssocID="{E780B9EE-28A1-4016-948C-84ECBD11962A}" presName="vert0" presStyleCnt="0">
        <dgm:presLayoutVars>
          <dgm:dir/>
          <dgm:animOne val="branch"/>
          <dgm:animLvl val="lvl"/>
        </dgm:presLayoutVars>
      </dgm:prSet>
      <dgm:spPr/>
    </dgm:pt>
    <dgm:pt modelId="{5767D6B6-07C5-441F-8D6B-CEA17E83A19B}" type="pres">
      <dgm:prSet presAssocID="{3637E95C-71B0-4E61-9A4F-D34054FCE6B2}" presName="thickLine" presStyleLbl="alignNode1" presStyleIdx="0" presStyleCnt="9"/>
      <dgm:spPr/>
    </dgm:pt>
    <dgm:pt modelId="{68E94767-1223-469E-AC6F-EB5913509809}" type="pres">
      <dgm:prSet presAssocID="{3637E95C-71B0-4E61-9A4F-D34054FCE6B2}" presName="horz1" presStyleCnt="0"/>
      <dgm:spPr/>
    </dgm:pt>
    <dgm:pt modelId="{283BF406-4583-4F95-9D24-3B5545E452CC}" type="pres">
      <dgm:prSet presAssocID="{3637E95C-71B0-4E61-9A4F-D34054FCE6B2}" presName="tx1" presStyleLbl="revTx" presStyleIdx="0" presStyleCnt="9"/>
      <dgm:spPr/>
    </dgm:pt>
    <dgm:pt modelId="{781717D0-8CC6-403A-9528-CC9CDBB4B245}" type="pres">
      <dgm:prSet presAssocID="{3637E95C-71B0-4E61-9A4F-D34054FCE6B2}" presName="vert1" presStyleCnt="0"/>
      <dgm:spPr/>
    </dgm:pt>
    <dgm:pt modelId="{45C2AD63-8F21-4A4A-A4AE-088F2865AB42}" type="pres">
      <dgm:prSet presAssocID="{C5B783D6-6077-45E1-9FA0-994FDD8341BF}" presName="thickLine" presStyleLbl="alignNode1" presStyleIdx="1" presStyleCnt="9"/>
      <dgm:spPr/>
    </dgm:pt>
    <dgm:pt modelId="{78B673C2-CEF2-47D3-8C53-DD328D5FD83D}" type="pres">
      <dgm:prSet presAssocID="{C5B783D6-6077-45E1-9FA0-994FDD8341BF}" presName="horz1" presStyleCnt="0"/>
      <dgm:spPr/>
    </dgm:pt>
    <dgm:pt modelId="{BF078C52-4FE6-4039-ACFF-25C25F5BB63A}" type="pres">
      <dgm:prSet presAssocID="{C5B783D6-6077-45E1-9FA0-994FDD8341BF}" presName="tx1" presStyleLbl="revTx" presStyleIdx="1" presStyleCnt="9"/>
      <dgm:spPr/>
    </dgm:pt>
    <dgm:pt modelId="{A43EAAA8-4A43-4588-85EA-1328BB1AB220}" type="pres">
      <dgm:prSet presAssocID="{C5B783D6-6077-45E1-9FA0-994FDD8341BF}" presName="vert1" presStyleCnt="0"/>
      <dgm:spPr/>
    </dgm:pt>
    <dgm:pt modelId="{8A12E1EA-DA8A-40D3-8B38-086F4406A17C}" type="pres">
      <dgm:prSet presAssocID="{ADF8D01A-83F1-425C-94BA-699652F2DBD0}" presName="thickLine" presStyleLbl="alignNode1" presStyleIdx="2" presStyleCnt="9"/>
      <dgm:spPr/>
    </dgm:pt>
    <dgm:pt modelId="{3525C137-7272-423D-9D82-095E774ECF78}" type="pres">
      <dgm:prSet presAssocID="{ADF8D01A-83F1-425C-94BA-699652F2DBD0}" presName="horz1" presStyleCnt="0"/>
      <dgm:spPr/>
    </dgm:pt>
    <dgm:pt modelId="{CDA5F370-48E1-42B0-8BDA-5AF42E5639B5}" type="pres">
      <dgm:prSet presAssocID="{ADF8D01A-83F1-425C-94BA-699652F2DBD0}" presName="tx1" presStyleLbl="revTx" presStyleIdx="2" presStyleCnt="9"/>
      <dgm:spPr/>
    </dgm:pt>
    <dgm:pt modelId="{8B3B2AE2-5329-4781-95CC-714AA1BB2ED5}" type="pres">
      <dgm:prSet presAssocID="{ADF8D01A-83F1-425C-94BA-699652F2DBD0}" presName="vert1" presStyleCnt="0"/>
      <dgm:spPr/>
    </dgm:pt>
    <dgm:pt modelId="{7AE990CA-A04A-47F2-9DDE-D9517D291463}" type="pres">
      <dgm:prSet presAssocID="{885719DA-9F61-4235-B082-482B35EEFFC4}" presName="thickLine" presStyleLbl="alignNode1" presStyleIdx="3" presStyleCnt="9"/>
      <dgm:spPr/>
    </dgm:pt>
    <dgm:pt modelId="{8DB7445D-4A25-4288-A755-540EE2E1E800}" type="pres">
      <dgm:prSet presAssocID="{885719DA-9F61-4235-B082-482B35EEFFC4}" presName="horz1" presStyleCnt="0"/>
      <dgm:spPr/>
    </dgm:pt>
    <dgm:pt modelId="{AED96DCB-C253-418D-B330-2A71A797685E}" type="pres">
      <dgm:prSet presAssocID="{885719DA-9F61-4235-B082-482B35EEFFC4}" presName="tx1" presStyleLbl="revTx" presStyleIdx="3" presStyleCnt="9"/>
      <dgm:spPr/>
    </dgm:pt>
    <dgm:pt modelId="{DE97BB25-DEFD-4814-AA18-CF3503BF512B}" type="pres">
      <dgm:prSet presAssocID="{885719DA-9F61-4235-B082-482B35EEFFC4}" presName="vert1" presStyleCnt="0"/>
      <dgm:spPr/>
    </dgm:pt>
    <dgm:pt modelId="{DA7C74BE-E96E-42C5-BA21-7A9383358952}" type="pres">
      <dgm:prSet presAssocID="{CB94DD59-9CD5-4CEE-8CA2-7B456ECC517A}" presName="thickLine" presStyleLbl="alignNode1" presStyleIdx="4" presStyleCnt="9"/>
      <dgm:spPr/>
    </dgm:pt>
    <dgm:pt modelId="{A84B8A28-374D-4117-8A9B-6862D24D6605}" type="pres">
      <dgm:prSet presAssocID="{CB94DD59-9CD5-4CEE-8CA2-7B456ECC517A}" presName="horz1" presStyleCnt="0"/>
      <dgm:spPr/>
    </dgm:pt>
    <dgm:pt modelId="{1B23B49B-F27A-4634-8D2F-2EADD855B8F7}" type="pres">
      <dgm:prSet presAssocID="{CB94DD59-9CD5-4CEE-8CA2-7B456ECC517A}" presName="tx1" presStyleLbl="revTx" presStyleIdx="4" presStyleCnt="9"/>
      <dgm:spPr/>
    </dgm:pt>
    <dgm:pt modelId="{8DB390C6-F187-4F26-838D-6844C03D1243}" type="pres">
      <dgm:prSet presAssocID="{CB94DD59-9CD5-4CEE-8CA2-7B456ECC517A}" presName="vert1" presStyleCnt="0"/>
      <dgm:spPr/>
    </dgm:pt>
    <dgm:pt modelId="{BED95158-AC84-4F70-B9EF-0FCDA38C150E}" type="pres">
      <dgm:prSet presAssocID="{823E7446-DD5E-4843-90C3-1230F9B50F97}" presName="thickLine" presStyleLbl="alignNode1" presStyleIdx="5" presStyleCnt="9"/>
      <dgm:spPr/>
    </dgm:pt>
    <dgm:pt modelId="{DF665732-05C1-490F-9D5F-25F7EDD17515}" type="pres">
      <dgm:prSet presAssocID="{823E7446-DD5E-4843-90C3-1230F9B50F97}" presName="horz1" presStyleCnt="0"/>
      <dgm:spPr/>
    </dgm:pt>
    <dgm:pt modelId="{C8D07825-C461-43F8-8982-CF07B0DD02E9}" type="pres">
      <dgm:prSet presAssocID="{823E7446-DD5E-4843-90C3-1230F9B50F97}" presName="tx1" presStyleLbl="revTx" presStyleIdx="5" presStyleCnt="9"/>
      <dgm:spPr/>
    </dgm:pt>
    <dgm:pt modelId="{069A8E34-3535-429D-8947-3A9EED1FF969}" type="pres">
      <dgm:prSet presAssocID="{823E7446-DD5E-4843-90C3-1230F9B50F97}" presName="vert1" presStyleCnt="0"/>
      <dgm:spPr/>
    </dgm:pt>
    <dgm:pt modelId="{C56DE15A-4A34-4CE3-8202-C46947EBFF43}" type="pres">
      <dgm:prSet presAssocID="{F302B056-EA2E-4220-840E-8C888DED1D0A}" presName="thickLine" presStyleLbl="alignNode1" presStyleIdx="6" presStyleCnt="9"/>
      <dgm:spPr/>
    </dgm:pt>
    <dgm:pt modelId="{DA008556-A3C6-43C4-B839-F3C006A407A9}" type="pres">
      <dgm:prSet presAssocID="{F302B056-EA2E-4220-840E-8C888DED1D0A}" presName="horz1" presStyleCnt="0"/>
      <dgm:spPr/>
    </dgm:pt>
    <dgm:pt modelId="{A56A8074-A150-4126-B7A5-99668E42FFD0}" type="pres">
      <dgm:prSet presAssocID="{F302B056-EA2E-4220-840E-8C888DED1D0A}" presName="tx1" presStyleLbl="revTx" presStyleIdx="6" presStyleCnt="9"/>
      <dgm:spPr/>
    </dgm:pt>
    <dgm:pt modelId="{D7B9FA36-3F98-499E-BA13-AC1CD7321CDE}" type="pres">
      <dgm:prSet presAssocID="{F302B056-EA2E-4220-840E-8C888DED1D0A}" presName="vert1" presStyleCnt="0"/>
      <dgm:spPr/>
    </dgm:pt>
    <dgm:pt modelId="{CF78D037-E60F-4DA8-AAC7-F2802AF193D6}" type="pres">
      <dgm:prSet presAssocID="{2E41F481-CB71-4706-AFCD-037007265672}" presName="thickLine" presStyleLbl="alignNode1" presStyleIdx="7" presStyleCnt="9"/>
      <dgm:spPr/>
    </dgm:pt>
    <dgm:pt modelId="{6F28EA56-DFCD-48FB-91A1-972F79B6D1BC}" type="pres">
      <dgm:prSet presAssocID="{2E41F481-CB71-4706-AFCD-037007265672}" presName="horz1" presStyleCnt="0"/>
      <dgm:spPr/>
    </dgm:pt>
    <dgm:pt modelId="{C985ABF5-0704-43A7-BE27-8B8B079CDB93}" type="pres">
      <dgm:prSet presAssocID="{2E41F481-CB71-4706-AFCD-037007265672}" presName="tx1" presStyleLbl="revTx" presStyleIdx="7" presStyleCnt="9"/>
      <dgm:spPr/>
    </dgm:pt>
    <dgm:pt modelId="{163FBCE5-2673-4B5F-B135-D62A29D75322}" type="pres">
      <dgm:prSet presAssocID="{2E41F481-CB71-4706-AFCD-037007265672}" presName="vert1" presStyleCnt="0"/>
      <dgm:spPr/>
    </dgm:pt>
    <dgm:pt modelId="{38959385-ACFB-4E0C-9778-810B5156D283}" type="pres">
      <dgm:prSet presAssocID="{97A1E798-89DF-4448-B884-0F24B22D7D96}" presName="thickLine" presStyleLbl="alignNode1" presStyleIdx="8" presStyleCnt="9"/>
      <dgm:spPr/>
    </dgm:pt>
    <dgm:pt modelId="{634768B0-8AD8-4D9D-80EA-E8EEB353B6C1}" type="pres">
      <dgm:prSet presAssocID="{97A1E798-89DF-4448-B884-0F24B22D7D96}" presName="horz1" presStyleCnt="0"/>
      <dgm:spPr/>
    </dgm:pt>
    <dgm:pt modelId="{CC1253E6-0B7E-42EC-9EBC-5B6F78E910E0}" type="pres">
      <dgm:prSet presAssocID="{97A1E798-89DF-4448-B884-0F24B22D7D96}" presName="tx1" presStyleLbl="revTx" presStyleIdx="8" presStyleCnt="9"/>
      <dgm:spPr/>
    </dgm:pt>
    <dgm:pt modelId="{7D915B55-949A-4791-AE92-3779537D7AEC}" type="pres">
      <dgm:prSet presAssocID="{97A1E798-89DF-4448-B884-0F24B22D7D96}" presName="vert1" presStyleCnt="0"/>
      <dgm:spPr/>
    </dgm:pt>
  </dgm:ptLst>
  <dgm:cxnLst>
    <dgm:cxn modelId="{8B1A2601-772E-4658-8780-B8ADA0C52725}" type="presOf" srcId="{2E41F481-CB71-4706-AFCD-037007265672}" destId="{C985ABF5-0704-43A7-BE27-8B8B079CDB93}" srcOrd="0" destOrd="0" presId="urn:microsoft.com/office/officeart/2008/layout/LinedList"/>
    <dgm:cxn modelId="{26DF4D05-2096-4F52-BF81-DD86007C5A52}" srcId="{E780B9EE-28A1-4016-948C-84ECBD11962A}" destId="{2E41F481-CB71-4706-AFCD-037007265672}" srcOrd="7" destOrd="0" parTransId="{60BB40B6-BCAC-4085-9308-616A673F56DD}" sibTransId="{31621139-ED87-4C76-92B5-B95137EAB8EA}"/>
    <dgm:cxn modelId="{AF3A2A27-7E2C-4CBA-99EA-9A0A65AD8A3F}" srcId="{E780B9EE-28A1-4016-948C-84ECBD11962A}" destId="{823E7446-DD5E-4843-90C3-1230F9B50F97}" srcOrd="5" destOrd="0" parTransId="{0385C863-8D4A-44C9-B142-9CF934330C10}" sibTransId="{10BB7C27-B53A-4378-BAD8-27E180D24574}"/>
    <dgm:cxn modelId="{F09F262B-1765-4C35-AE92-6EB363F33A29}" type="presOf" srcId="{E780B9EE-28A1-4016-948C-84ECBD11962A}" destId="{9919E62D-565C-47FA-9EC3-96E36B8F0A8E}" srcOrd="0" destOrd="0" presId="urn:microsoft.com/office/officeart/2008/layout/LinedList"/>
    <dgm:cxn modelId="{0691222E-52C2-4097-A7CF-E309AEF9DB96}" type="presOf" srcId="{ADF8D01A-83F1-425C-94BA-699652F2DBD0}" destId="{CDA5F370-48E1-42B0-8BDA-5AF42E5639B5}" srcOrd="0" destOrd="0" presId="urn:microsoft.com/office/officeart/2008/layout/LinedList"/>
    <dgm:cxn modelId="{30B5F85B-B95D-44D8-A075-22514C97A1BE}" type="presOf" srcId="{CB94DD59-9CD5-4CEE-8CA2-7B456ECC517A}" destId="{1B23B49B-F27A-4634-8D2F-2EADD855B8F7}" srcOrd="0" destOrd="0" presId="urn:microsoft.com/office/officeart/2008/layout/LinedList"/>
    <dgm:cxn modelId="{43FE7A45-C913-4447-93AC-5C77C15D8D97}" type="presOf" srcId="{885719DA-9F61-4235-B082-482B35EEFFC4}" destId="{AED96DCB-C253-418D-B330-2A71A797685E}" srcOrd="0" destOrd="0" presId="urn:microsoft.com/office/officeart/2008/layout/LinedList"/>
    <dgm:cxn modelId="{ED55ED4F-1286-4CB8-BDB9-A0A017466BBD}" srcId="{E780B9EE-28A1-4016-948C-84ECBD11962A}" destId="{97A1E798-89DF-4448-B884-0F24B22D7D96}" srcOrd="8" destOrd="0" parTransId="{271C38A1-7473-4000-9040-78648846D6D3}" sibTransId="{CD72657C-B520-4991-9C62-2A300009F2B0}"/>
    <dgm:cxn modelId="{AC638252-BCC9-4477-B69E-BC650E81A96A}" type="presOf" srcId="{97A1E798-89DF-4448-B884-0F24B22D7D96}" destId="{CC1253E6-0B7E-42EC-9EBC-5B6F78E910E0}" srcOrd="0" destOrd="0" presId="urn:microsoft.com/office/officeart/2008/layout/LinedList"/>
    <dgm:cxn modelId="{26177C74-9A90-4CA5-9632-CCBAFDE305D2}" srcId="{E780B9EE-28A1-4016-948C-84ECBD11962A}" destId="{C5B783D6-6077-45E1-9FA0-994FDD8341BF}" srcOrd="1" destOrd="0" parTransId="{37056832-C332-4B78-90BA-A1DE420A3DAF}" sibTransId="{0A695E06-AF30-42BB-8220-274C2D2424B4}"/>
    <dgm:cxn modelId="{5F250075-E467-4973-8491-91CD180DDB05}" type="presOf" srcId="{C5B783D6-6077-45E1-9FA0-994FDD8341BF}" destId="{BF078C52-4FE6-4039-ACFF-25C25F5BB63A}" srcOrd="0" destOrd="0" presId="urn:microsoft.com/office/officeart/2008/layout/LinedList"/>
    <dgm:cxn modelId="{363FB996-C0A3-434F-9CF5-DE0EDABFF561}" srcId="{E780B9EE-28A1-4016-948C-84ECBD11962A}" destId="{F302B056-EA2E-4220-840E-8C888DED1D0A}" srcOrd="6" destOrd="0" parTransId="{452610FA-119E-4388-A153-E014D3C82706}" sibTransId="{FBA8A2DA-75A4-436C-8E32-E1EBFBDEC302}"/>
    <dgm:cxn modelId="{F4E38B9C-E305-42AD-AEF0-7DCC5A7707C7}" type="presOf" srcId="{823E7446-DD5E-4843-90C3-1230F9B50F97}" destId="{C8D07825-C461-43F8-8982-CF07B0DD02E9}" srcOrd="0" destOrd="0" presId="urn:microsoft.com/office/officeart/2008/layout/LinedList"/>
    <dgm:cxn modelId="{FA95279F-55D8-42C9-899E-DA60C8C3E7CB}" type="presOf" srcId="{F302B056-EA2E-4220-840E-8C888DED1D0A}" destId="{A56A8074-A150-4126-B7A5-99668E42FFD0}" srcOrd="0" destOrd="0" presId="urn:microsoft.com/office/officeart/2008/layout/LinedList"/>
    <dgm:cxn modelId="{014E21A3-5917-4EBC-8F4E-3BD0E316AC3A}" srcId="{E780B9EE-28A1-4016-948C-84ECBD11962A}" destId="{CB94DD59-9CD5-4CEE-8CA2-7B456ECC517A}" srcOrd="4" destOrd="0" parTransId="{2CD1E420-63AF-418A-B29B-4BDF8C0A71B6}" sibTransId="{DA75F697-53E5-4CCF-B021-A76510B22D7C}"/>
    <dgm:cxn modelId="{AEBB3BA7-750A-4059-ABF8-924497E0757D}" srcId="{E780B9EE-28A1-4016-948C-84ECBD11962A}" destId="{885719DA-9F61-4235-B082-482B35EEFFC4}" srcOrd="3" destOrd="0" parTransId="{0F9C7A7E-C0B9-498D-B963-EF09E5DE3671}" sibTransId="{ADBD1AEA-CAF9-4DCE-B249-26B5B5A674D5}"/>
    <dgm:cxn modelId="{F28FF1A8-CE3D-47D6-AC63-B92AED321E4C}" type="presOf" srcId="{3637E95C-71B0-4E61-9A4F-D34054FCE6B2}" destId="{283BF406-4583-4F95-9D24-3B5545E452CC}" srcOrd="0" destOrd="0" presId="urn:microsoft.com/office/officeart/2008/layout/LinedList"/>
    <dgm:cxn modelId="{69BE0FF8-5903-41A7-983A-8838A83CCBA9}" srcId="{E780B9EE-28A1-4016-948C-84ECBD11962A}" destId="{ADF8D01A-83F1-425C-94BA-699652F2DBD0}" srcOrd="2" destOrd="0" parTransId="{1017177F-60CD-4E60-99D0-8E27A1072A25}" sibTransId="{4D4319BC-732C-4D1D-B09D-18AEE380D58E}"/>
    <dgm:cxn modelId="{CFD83BFE-E27B-4A00-BC04-1820A2303E23}" srcId="{E780B9EE-28A1-4016-948C-84ECBD11962A}" destId="{3637E95C-71B0-4E61-9A4F-D34054FCE6B2}" srcOrd="0" destOrd="0" parTransId="{B5CFBBFA-C15F-4196-BFB8-C99C2F71B66C}" sibTransId="{546E71C1-85B2-41E8-89AE-3FF325BD1909}"/>
    <dgm:cxn modelId="{E842B60D-F9C1-475D-AFB7-4BB52CEF4FC7}" type="presParOf" srcId="{9919E62D-565C-47FA-9EC3-96E36B8F0A8E}" destId="{5767D6B6-07C5-441F-8D6B-CEA17E83A19B}" srcOrd="0" destOrd="0" presId="urn:microsoft.com/office/officeart/2008/layout/LinedList"/>
    <dgm:cxn modelId="{4077F598-C607-45A4-8438-94B69B6EFFD7}" type="presParOf" srcId="{9919E62D-565C-47FA-9EC3-96E36B8F0A8E}" destId="{68E94767-1223-469E-AC6F-EB5913509809}" srcOrd="1" destOrd="0" presId="urn:microsoft.com/office/officeart/2008/layout/LinedList"/>
    <dgm:cxn modelId="{4D712F0C-44A8-4036-AE80-A760507901B8}" type="presParOf" srcId="{68E94767-1223-469E-AC6F-EB5913509809}" destId="{283BF406-4583-4F95-9D24-3B5545E452CC}" srcOrd="0" destOrd="0" presId="urn:microsoft.com/office/officeart/2008/layout/LinedList"/>
    <dgm:cxn modelId="{B9DBC972-2DC1-4BC5-B39F-D976821ACE49}" type="presParOf" srcId="{68E94767-1223-469E-AC6F-EB5913509809}" destId="{781717D0-8CC6-403A-9528-CC9CDBB4B245}" srcOrd="1" destOrd="0" presId="urn:microsoft.com/office/officeart/2008/layout/LinedList"/>
    <dgm:cxn modelId="{CC54D3B3-DD21-4C44-9781-C7D1A96EDAE9}" type="presParOf" srcId="{9919E62D-565C-47FA-9EC3-96E36B8F0A8E}" destId="{45C2AD63-8F21-4A4A-A4AE-088F2865AB42}" srcOrd="2" destOrd="0" presId="urn:microsoft.com/office/officeart/2008/layout/LinedList"/>
    <dgm:cxn modelId="{E22AA90D-99C4-4D17-AD3E-0B868EDDA698}" type="presParOf" srcId="{9919E62D-565C-47FA-9EC3-96E36B8F0A8E}" destId="{78B673C2-CEF2-47D3-8C53-DD328D5FD83D}" srcOrd="3" destOrd="0" presId="urn:microsoft.com/office/officeart/2008/layout/LinedList"/>
    <dgm:cxn modelId="{447C0831-8219-4918-B7CE-758DD941F6E6}" type="presParOf" srcId="{78B673C2-CEF2-47D3-8C53-DD328D5FD83D}" destId="{BF078C52-4FE6-4039-ACFF-25C25F5BB63A}" srcOrd="0" destOrd="0" presId="urn:microsoft.com/office/officeart/2008/layout/LinedList"/>
    <dgm:cxn modelId="{8AC6E47B-6F90-4F8F-BAEE-A4178E03C270}" type="presParOf" srcId="{78B673C2-CEF2-47D3-8C53-DD328D5FD83D}" destId="{A43EAAA8-4A43-4588-85EA-1328BB1AB220}" srcOrd="1" destOrd="0" presId="urn:microsoft.com/office/officeart/2008/layout/LinedList"/>
    <dgm:cxn modelId="{7971CF7F-869B-4B94-A7F2-127E240AA1AB}" type="presParOf" srcId="{9919E62D-565C-47FA-9EC3-96E36B8F0A8E}" destId="{8A12E1EA-DA8A-40D3-8B38-086F4406A17C}" srcOrd="4" destOrd="0" presId="urn:microsoft.com/office/officeart/2008/layout/LinedList"/>
    <dgm:cxn modelId="{517F9180-C07E-4E4E-B292-EC2AEF77C6D1}" type="presParOf" srcId="{9919E62D-565C-47FA-9EC3-96E36B8F0A8E}" destId="{3525C137-7272-423D-9D82-095E774ECF78}" srcOrd="5" destOrd="0" presId="urn:microsoft.com/office/officeart/2008/layout/LinedList"/>
    <dgm:cxn modelId="{FDCD0BA6-0535-4013-B1F1-E61290D05A14}" type="presParOf" srcId="{3525C137-7272-423D-9D82-095E774ECF78}" destId="{CDA5F370-48E1-42B0-8BDA-5AF42E5639B5}" srcOrd="0" destOrd="0" presId="urn:microsoft.com/office/officeart/2008/layout/LinedList"/>
    <dgm:cxn modelId="{C0EF2AD3-EB9E-4D6A-9CFD-C14A518C7112}" type="presParOf" srcId="{3525C137-7272-423D-9D82-095E774ECF78}" destId="{8B3B2AE2-5329-4781-95CC-714AA1BB2ED5}" srcOrd="1" destOrd="0" presId="urn:microsoft.com/office/officeart/2008/layout/LinedList"/>
    <dgm:cxn modelId="{FBC04A90-BFCE-418C-9138-745DDACBFB2E}" type="presParOf" srcId="{9919E62D-565C-47FA-9EC3-96E36B8F0A8E}" destId="{7AE990CA-A04A-47F2-9DDE-D9517D291463}" srcOrd="6" destOrd="0" presId="urn:microsoft.com/office/officeart/2008/layout/LinedList"/>
    <dgm:cxn modelId="{1DBA1E21-924B-4A44-9E8B-C242A96EAF94}" type="presParOf" srcId="{9919E62D-565C-47FA-9EC3-96E36B8F0A8E}" destId="{8DB7445D-4A25-4288-A755-540EE2E1E800}" srcOrd="7" destOrd="0" presId="urn:microsoft.com/office/officeart/2008/layout/LinedList"/>
    <dgm:cxn modelId="{E46531F3-48F0-47DB-859E-F4C78CCD73C7}" type="presParOf" srcId="{8DB7445D-4A25-4288-A755-540EE2E1E800}" destId="{AED96DCB-C253-418D-B330-2A71A797685E}" srcOrd="0" destOrd="0" presId="urn:microsoft.com/office/officeart/2008/layout/LinedList"/>
    <dgm:cxn modelId="{F691E390-57CB-45B6-BABD-56381AA39604}" type="presParOf" srcId="{8DB7445D-4A25-4288-A755-540EE2E1E800}" destId="{DE97BB25-DEFD-4814-AA18-CF3503BF512B}" srcOrd="1" destOrd="0" presId="urn:microsoft.com/office/officeart/2008/layout/LinedList"/>
    <dgm:cxn modelId="{964F54E3-A248-4A17-8C43-D34FD24D67EA}" type="presParOf" srcId="{9919E62D-565C-47FA-9EC3-96E36B8F0A8E}" destId="{DA7C74BE-E96E-42C5-BA21-7A9383358952}" srcOrd="8" destOrd="0" presId="urn:microsoft.com/office/officeart/2008/layout/LinedList"/>
    <dgm:cxn modelId="{27D92142-EE31-40C0-B8B9-AD7039D013EB}" type="presParOf" srcId="{9919E62D-565C-47FA-9EC3-96E36B8F0A8E}" destId="{A84B8A28-374D-4117-8A9B-6862D24D6605}" srcOrd="9" destOrd="0" presId="urn:microsoft.com/office/officeart/2008/layout/LinedList"/>
    <dgm:cxn modelId="{A1E8C5F1-309F-4FCD-8CED-161DF66864CF}" type="presParOf" srcId="{A84B8A28-374D-4117-8A9B-6862D24D6605}" destId="{1B23B49B-F27A-4634-8D2F-2EADD855B8F7}" srcOrd="0" destOrd="0" presId="urn:microsoft.com/office/officeart/2008/layout/LinedList"/>
    <dgm:cxn modelId="{B2EFF7E3-6B8A-4F01-AA83-ABC3BF77EF6F}" type="presParOf" srcId="{A84B8A28-374D-4117-8A9B-6862D24D6605}" destId="{8DB390C6-F187-4F26-838D-6844C03D1243}" srcOrd="1" destOrd="0" presId="urn:microsoft.com/office/officeart/2008/layout/LinedList"/>
    <dgm:cxn modelId="{D7FA67FB-B4FA-4271-9491-A5FD09FB344A}" type="presParOf" srcId="{9919E62D-565C-47FA-9EC3-96E36B8F0A8E}" destId="{BED95158-AC84-4F70-B9EF-0FCDA38C150E}" srcOrd="10" destOrd="0" presId="urn:microsoft.com/office/officeart/2008/layout/LinedList"/>
    <dgm:cxn modelId="{AA2ED5A4-9975-4B78-86F1-5534D5C21CA1}" type="presParOf" srcId="{9919E62D-565C-47FA-9EC3-96E36B8F0A8E}" destId="{DF665732-05C1-490F-9D5F-25F7EDD17515}" srcOrd="11" destOrd="0" presId="urn:microsoft.com/office/officeart/2008/layout/LinedList"/>
    <dgm:cxn modelId="{23780634-9C29-44B9-9A25-A4BE45E6C08B}" type="presParOf" srcId="{DF665732-05C1-490F-9D5F-25F7EDD17515}" destId="{C8D07825-C461-43F8-8982-CF07B0DD02E9}" srcOrd="0" destOrd="0" presId="urn:microsoft.com/office/officeart/2008/layout/LinedList"/>
    <dgm:cxn modelId="{76D31392-B2EC-410C-ABD8-DAC1C216E1E0}" type="presParOf" srcId="{DF665732-05C1-490F-9D5F-25F7EDD17515}" destId="{069A8E34-3535-429D-8947-3A9EED1FF969}" srcOrd="1" destOrd="0" presId="urn:microsoft.com/office/officeart/2008/layout/LinedList"/>
    <dgm:cxn modelId="{739BBADC-8AF7-4BED-980D-71F4FA7D2501}" type="presParOf" srcId="{9919E62D-565C-47FA-9EC3-96E36B8F0A8E}" destId="{C56DE15A-4A34-4CE3-8202-C46947EBFF43}" srcOrd="12" destOrd="0" presId="urn:microsoft.com/office/officeart/2008/layout/LinedList"/>
    <dgm:cxn modelId="{A0C5FC6D-F34E-4CBF-A13C-EAC9C6FEA534}" type="presParOf" srcId="{9919E62D-565C-47FA-9EC3-96E36B8F0A8E}" destId="{DA008556-A3C6-43C4-B839-F3C006A407A9}" srcOrd="13" destOrd="0" presId="urn:microsoft.com/office/officeart/2008/layout/LinedList"/>
    <dgm:cxn modelId="{32AA3A70-19C6-4997-882B-63E30B70F65D}" type="presParOf" srcId="{DA008556-A3C6-43C4-B839-F3C006A407A9}" destId="{A56A8074-A150-4126-B7A5-99668E42FFD0}" srcOrd="0" destOrd="0" presId="urn:microsoft.com/office/officeart/2008/layout/LinedList"/>
    <dgm:cxn modelId="{FEEEDF42-69CC-4156-A534-7F3E4FFD8830}" type="presParOf" srcId="{DA008556-A3C6-43C4-B839-F3C006A407A9}" destId="{D7B9FA36-3F98-499E-BA13-AC1CD7321CDE}" srcOrd="1" destOrd="0" presId="urn:microsoft.com/office/officeart/2008/layout/LinedList"/>
    <dgm:cxn modelId="{AF73EA30-C4BF-4E87-9615-11A80F5BCED7}" type="presParOf" srcId="{9919E62D-565C-47FA-9EC3-96E36B8F0A8E}" destId="{CF78D037-E60F-4DA8-AAC7-F2802AF193D6}" srcOrd="14" destOrd="0" presId="urn:microsoft.com/office/officeart/2008/layout/LinedList"/>
    <dgm:cxn modelId="{51327AC6-BD64-45B3-B7BE-7B0E9A83E97E}" type="presParOf" srcId="{9919E62D-565C-47FA-9EC3-96E36B8F0A8E}" destId="{6F28EA56-DFCD-48FB-91A1-972F79B6D1BC}" srcOrd="15" destOrd="0" presId="urn:microsoft.com/office/officeart/2008/layout/LinedList"/>
    <dgm:cxn modelId="{05435CAD-4A76-4802-BD1E-E41A8B6B926E}" type="presParOf" srcId="{6F28EA56-DFCD-48FB-91A1-972F79B6D1BC}" destId="{C985ABF5-0704-43A7-BE27-8B8B079CDB93}" srcOrd="0" destOrd="0" presId="urn:microsoft.com/office/officeart/2008/layout/LinedList"/>
    <dgm:cxn modelId="{89C486BD-D9C2-4BA9-8E51-9DBF64F28C00}" type="presParOf" srcId="{6F28EA56-DFCD-48FB-91A1-972F79B6D1BC}" destId="{163FBCE5-2673-4B5F-B135-D62A29D75322}" srcOrd="1" destOrd="0" presId="urn:microsoft.com/office/officeart/2008/layout/LinedList"/>
    <dgm:cxn modelId="{F29CD7DC-1E5B-492A-BF0D-72DAB0E16062}" type="presParOf" srcId="{9919E62D-565C-47FA-9EC3-96E36B8F0A8E}" destId="{38959385-ACFB-4E0C-9778-810B5156D283}" srcOrd="16" destOrd="0" presId="urn:microsoft.com/office/officeart/2008/layout/LinedList"/>
    <dgm:cxn modelId="{7503B053-805C-46A5-89A1-0623101B31C8}" type="presParOf" srcId="{9919E62D-565C-47FA-9EC3-96E36B8F0A8E}" destId="{634768B0-8AD8-4D9D-80EA-E8EEB353B6C1}" srcOrd="17" destOrd="0" presId="urn:microsoft.com/office/officeart/2008/layout/LinedList"/>
    <dgm:cxn modelId="{CEAAC1DB-6B48-4968-8DEA-C82AC4CA1B86}" type="presParOf" srcId="{634768B0-8AD8-4D9D-80EA-E8EEB353B6C1}" destId="{CC1253E6-0B7E-42EC-9EBC-5B6F78E910E0}" srcOrd="0" destOrd="0" presId="urn:microsoft.com/office/officeart/2008/layout/LinedList"/>
    <dgm:cxn modelId="{D51DB08A-AFA9-451B-9BA1-22F59764EDDD}" type="presParOf" srcId="{634768B0-8AD8-4D9D-80EA-E8EEB353B6C1}" destId="{7D915B55-949A-4791-AE92-3779537D7A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947641-451F-45E1-9C1D-DF6B505DDAC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1695F3-C7A9-480E-AA19-7D96471FB1F6}">
      <dgm:prSet/>
      <dgm:spPr/>
      <dgm:t>
        <a:bodyPr/>
        <a:lstStyle/>
        <a:p>
          <a:r>
            <a:rPr lang="es-ES"/>
            <a:t>Acceso rápido a información deportiva desde Telegram</a:t>
          </a:r>
          <a:endParaRPr lang="en-US"/>
        </a:p>
      </dgm:t>
    </dgm:pt>
    <dgm:pt modelId="{A7AB90B0-1C46-41C4-A6EA-41FD919F92E9}" type="parTrans" cxnId="{5FA53EBA-4608-4333-875A-4D52220C4CFB}">
      <dgm:prSet/>
      <dgm:spPr/>
      <dgm:t>
        <a:bodyPr/>
        <a:lstStyle/>
        <a:p>
          <a:endParaRPr lang="en-US"/>
        </a:p>
      </dgm:t>
    </dgm:pt>
    <dgm:pt modelId="{1E8CE227-5940-4F99-BC68-37DED5F3FE00}" type="sibTrans" cxnId="{5FA53EBA-4608-4333-875A-4D52220C4CFB}">
      <dgm:prSet/>
      <dgm:spPr/>
      <dgm:t>
        <a:bodyPr/>
        <a:lstStyle/>
        <a:p>
          <a:endParaRPr lang="en-US"/>
        </a:p>
      </dgm:t>
    </dgm:pt>
    <dgm:pt modelId="{CF959968-8916-4A22-AB53-DCF8D3ABAE93}">
      <dgm:prSet/>
      <dgm:spPr/>
      <dgm:t>
        <a:bodyPr/>
        <a:lstStyle/>
        <a:p>
          <a:r>
            <a:rPr lang="es-ES"/>
            <a:t>Ideal para aficionados que siguen múltiples deportes</a:t>
          </a:r>
          <a:endParaRPr lang="en-US"/>
        </a:p>
      </dgm:t>
    </dgm:pt>
    <dgm:pt modelId="{27D82BF2-9C40-496A-A480-49C2BA55764A}" type="parTrans" cxnId="{171BC1D5-ABA7-41B5-B835-96629F260B8B}">
      <dgm:prSet/>
      <dgm:spPr/>
      <dgm:t>
        <a:bodyPr/>
        <a:lstStyle/>
        <a:p>
          <a:endParaRPr lang="en-US"/>
        </a:p>
      </dgm:t>
    </dgm:pt>
    <dgm:pt modelId="{E4C34941-41ED-45D3-A978-5F0EE8AACB60}" type="sibTrans" cxnId="{171BC1D5-ABA7-41B5-B835-96629F260B8B}">
      <dgm:prSet/>
      <dgm:spPr/>
      <dgm:t>
        <a:bodyPr/>
        <a:lstStyle/>
        <a:p>
          <a:endParaRPr lang="en-US"/>
        </a:p>
      </dgm:t>
    </dgm:pt>
    <dgm:pt modelId="{8D7458CD-B394-4DF6-8328-B5B6AC455EAE}">
      <dgm:prSet/>
      <dgm:spPr/>
      <dgm:t>
        <a:bodyPr/>
        <a:lstStyle/>
        <a:p>
          <a:r>
            <a:rPr lang="es-ES"/>
            <a:t>Centraliza resultados, estadísticas y noticias en un solo lugar</a:t>
          </a:r>
          <a:endParaRPr lang="en-US"/>
        </a:p>
      </dgm:t>
    </dgm:pt>
    <dgm:pt modelId="{296638C7-6F99-44A7-9A1B-FCFF3F5092F3}" type="parTrans" cxnId="{0DC9E7A6-7739-4E00-94E7-36310589CC5D}">
      <dgm:prSet/>
      <dgm:spPr/>
      <dgm:t>
        <a:bodyPr/>
        <a:lstStyle/>
        <a:p>
          <a:endParaRPr lang="en-US"/>
        </a:p>
      </dgm:t>
    </dgm:pt>
    <dgm:pt modelId="{0E327DB7-4347-4142-9C0D-2EE87D79DD56}" type="sibTrans" cxnId="{0DC9E7A6-7739-4E00-94E7-36310589CC5D}">
      <dgm:prSet/>
      <dgm:spPr/>
      <dgm:t>
        <a:bodyPr/>
        <a:lstStyle/>
        <a:p>
          <a:endParaRPr lang="en-US"/>
        </a:p>
      </dgm:t>
    </dgm:pt>
    <dgm:pt modelId="{03BF496C-3B1A-4AE6-B875-83081747BBEC}">
      <dgm:prSet/>
      <dgm:spPr/>
      <dgm:t>
        <a:bodyPr/>
        <a:lstStyle/>
        <a:p>
          <a:r>
            <a:rPr lang="es-ES"/>
            <a:t>Desarrollo funcional ya implementado</a:t>
          </a:r>
          <a:endParaRPr lang="en-US"/>
        </a:p>
      </dgm:t>
    </dgm:pt>
    <dgm:pt modelId="{FBD79CBF-C4A9-4976-A63E-54A01170C54C}" type="parTrans" cxnId="{ADB4D029-83C2-44DD-BB31-74FF43092E10}">
      <dgm:prSet/>
      <dgm:spPr/>
      <dgm:t>
        <a:bodyPr/>
        <a:lstStyle/>
        <a:p>
          <a:endParaRPr lang="en-US"/>
        </a:p>
      </dgm:t>
    </dgm:pt>
    <dgm:pt modelId="{B8459697-853B-4F58-8DE3-65B16A92FABE}" type="sibTrans" cxnId="{ADB4D029-83C2-44DD-BB31-74FF43092E10}">
      <dgm:prSet/>
      <dgm:spPr/>
      <dgm:t>
        <a:bodyPr/>
        <a:lstStyle/>
        <a:p>
          <a:endParaRPr lang="en-US"/>
        </a:p>
      </dgm:t>
    </dgm:pt>
    <dgm:pt modelId="{BA9DA094-2FC1-41B4-9031-3203C6BC7870}">
      <dgm:prSet/>
      <dgm:spPr/>
      <dgm:t>
        <a:bodyPr/>
        <a:lstStyle/>
        <a:p>
          <a:r>
            <a:rPr lang="es-ES"/>
            <a:t>Bajo coste de mantenimiento (uso de APIs gratuitas y servicios escalables)</a:t>
          </a:r>
          <a:endParaRPr lang="en-US"/>
        </a:p>
      </dgm:t>
    </dgm:pt>
    <dgm:pt modelId="{83EBF2D9-623C-461F-93B5-0D10AC409143}" type="parTrans" cxnId="{8301D143-FAC7-44FC-B920-BE975C4E109B}">
      <dgm:prSet/>
      <dgm:spPr/>
      <dgm:t>
        <a:bodyPr/>
        <a:lstStyle/>
        <a:p>
          <a:endParaRPr lang="en-US"/>
        </a:p>
      </dgm:t>
    </dgm:pt>
    <dgm:pt modelId="{DE58A467-E82D-4BC7-91EB-24D5155C9A81}" type="sibTrans" cxnId="{8301D143-FAC7-44FC-B920-BE975C4E109B}">
      <dgm:prSet/>
      <dgm:spPr/>
      <dgm:t>
        <a:bodyPr/>
        <a:lstStyle/>
        <a:p>
          <a:endParaRPr lang="en-US"/>
        </a:p>
      </dgm:t>
    </dgm:pt>
    <dgm:pt modelId="{63310EC6-7EE8-40C5-88DE-DC4C3B352449}">
      <dgm:prSet/>
      <dgm:spPr/>
      <dgm:t>
        <a:bodyPr/>
        <a:lstStyle/>
        <a:p>
          <a:r>
            <a:rPr lang="es-ES"/>
            <a:t>Compatible con plataformas móviles y fácil de usar</a:t>
          </a:r>
          <a:endParaRPr lang="en-US"/>
        </a:p>
      </dgm:t>
    </dgm:pt>
    <dgm:pt modelId="{25C3305A-681D-462B-960F-E11FAFDE5F29}" type="parTrans" cxnId="{9C2E4C47-7B48-4870-8C5E-D0706A4F92BD}">
      <dgm:prSet/>
      <dgm:spPr/>
      <dgm:t>
        <a:bodyPr/>
        <a:lstStyle/>
        <a:p>
          <a:endParaRPr lang="en-US"/>
        </a:p>
      </dgm:t>
    </dgm:pt>
    <dgm:pt modelId="{C2710150-8CD3-4B1E-8DC2-44A45FCD8A88}" type="sibTrans" cxnId="{9C2E4C47-7B48-4870-8C5E-D0706A4F92BD}">
      <dgm:prSet/>
      <dgm:spPr/>
      <dgm:t>
        <a:bodyPr/>
        <a:lstStyle/>
        <a:p>
          <a:endParaRPr lang="en-US"/>
        </a:p>
      </dgm:t>
    </dgm:pt>
    <dgm:pt modelId="{DCE596DD-3019-4A99-AE30-8BFD12EB5D65}" type="pres">
      <dgm:prSet presAssocID="{E7947641-451F-45E1-9C1D-DF6B505DDAC2}" presName="root" presStyleCnt="0">
        <dgm:presLayoutVars>
          <dgm:dir/>
          <dgm:resizeHandles val="exact"/>
        </dgm:presLayoutVars>
      </dgm:prSet>
      <dgm:spPr/>
    </dgm:pt>
    <dgm:pt modelId="{EF083B12-9C25-4716-B53A-E5B723F983B4}" type="pres">
      <dgm:prSet presAssocID="{1C1695F3-C7A9-480E-AA19-7D96471FB1F6}" presName="compNode" presStyleCnt="0"/>
      <dgm:spPr/>
    </dgm:pt>
    <dgm:pt modelId="{BB4DF418-C611-45DD-BF81-47C0F826730B}" type="pres">
      <dgm:prSet presAssocID="{1C1695F3-C7A9-480E-AA19-7D96471FB1F6}" presName="bgRect" presStyleLbl="bgShp" presStyleIdx="0" presStyleCnt="6"/>
      <dgm:spPr/>
    </dgm:pt>
    <dgm:pt modelId="{CB784C76-8C4D-4259-BA74-18A9BE34C4B9}" type="pres">
      <dgm:prSet presAssocID="{1C1695F3-C7A9-480E-AA19-7D96471FB1F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69FC71C0-48B3-495D-950C-50DD2668684F}" type="pres">
      <dgm:prSet presAssocID="{1C1695F3-C7A9-480E-AA19-7D96471FB1F6}" presName="spaceRect" presStyleCnt="0"/>
      <dgm:spPr/>
    </dgm:pt>
    <dgm:pt modelId="{D9801666-028C-4FC7-A5EC-EA6A6E784550}" type="pres">
      <dgm:prSet presAssocID="{1C1695F3-C7A9-480E-AA19-7D96471FB1F6}" presName="parTx" presStyleLbl="revTx" presStyleIdx="0" presStyleCnt="6">
        <dgm:presLayoutVars>
          <dgm:chMax val="0"/>
          <dgm:chPref val="0"/>
        </dgm:presLayoutVars>
      </dgm:prSet>
      <dgm:spPr/>
    </dgm:pt>
    <dgm:pt modelId="{10D3F877-5E17-4946-9517-4AE80CB2CB08}" type="pres">
      <dgm:prSet presAssocID="{1E8CE227-5940-4F99-BC68-37DED5F3FE00}" presName="sibTrans" presStyleCnt="0"/>
      <dgm:spPr/>
    </dgm:pt>
    <dgm:pt modelId="{1ABFFE50-8908-4BB4-9A25-BD51D3D90105}" type="pres">
      <dgm:prSet presAssocID="{CF959968-8916-4A22-AB53-DCF8D3ABAE93}" presName="compNode" presStyleCnt="0"/>
      <dgm:spPr/>
    </dgm:pt>
    <dgm:pt modelId="{B638A5D2-BE71-4365-A523-0057103850CA}" type="pres">
      <dgm:prSet presAssocID="{CF959968-8916-4A22-AB53-DCF8D3ABAE93}" presName="bgRect" presStyleLbl="bgShp" presStyleIdx="1" presStyleCnt="6"/>
      <dgm:spPr/>
    </dgm:pt>
    <dgm:pt modelId="{A39E0B71-55D4-4F2A-9DCE-CB3C55216079}" type="pres">
      <dgm:prSet presAssocID="{CF959968-8916-4A22-AB53-DCF8D3ABAE9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ón de fútbol"/>
        </a:ext>
      </dgm:extLst>
    </dgm:pt>
    <dgm:pt modelId="{7678695F-E88B-4B37-A07E-0C603ED87AFB}" type="pres">
      <dgm:prSet presAssocID="{CF959968-8916-4A22-AB53-DCF8D3ABAE93}" presName="spaceRect" presStyleCnt="0"/>
      <dgm:spPr/>
    </dgm:pt>
    <dgm:pt modelId="{215D0F1E-CE15-411B-B5B3-80A16FD22E81}" type="pres">
      <dgm:prSet presAssocID="{CF959968-8916-4A22-AB53-DCF8D3ABAE93}" presName="parTx" presStyleLbl="revTx" presStyleIdx="1" presStyleCnt="6">
        <dgm:presLayoutVars>
          <dgm:chMax val="0"/>
          <dgm:chPref val="0"/>
        </dgm:presLayoutVars>
      </dgm:prSet>
      <dgm:spPr/>
    </dgm:pt>
    <dgm:pt modelId="{DA41BF48-EB40-40EB-9E52-06910E4C8A38}" type="pres">
      <dgm:prSet presAssocID="{E4C34941-41ED-45D3-A978-5F0EE8AACB60}" presName="sibTrans" presStyleCnt="0"/>
      <dgm:spPr/>
    </dgm:pt>
    <dgm:pt modelId="{04E8DDAE-0250-4F8B-B233-653622E0BFAC}" type="pres">
      <dgm:prSet presAssocID="{8D7458CD-B394-4DF6-8328-B5B6AC455EAE}" presName="compNode" presStyleCnt="0"/>
      <dgm:spPr/>
    </dgm:pt>
    <dgm:pt modelId="{5FBF4C14-E87F-4A0F-A57A-13735E9D8502}" type="pres">
      <dgm:prSet presAssocID="{8D7458CD-B394-4DF6-8328-B5B6AC455EAE}" presName="bgRect" presStyleLbl="bgShp" presStyleIdx="2" presStyleCnt="6"/>
      <dgm:spPr/>
    </dgm:pt>
    <dgm:pt modelId="{EDFDAB9A-EFBD-4F4A-958D-F6102FBFAFAA}" type="pres">
      <dgm:prSet presAssocID="{8D7458CD-B394-4DF6-8328-B5B6AC455EA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7B045BA5-E51F-484A-A3E2-0D377DC1177A}" type="pres">
      <dgm:prSet presAssocID="{8D7458CD-B394-4DF6-8328-B5B6AC455EAE}" presName="spaceRect" presStyleCnt="0"/>
      <dgm:spPr/>
    </dgm:pt>
    <dgm:pt modelId="{F9CBE7ED-E1F9-4C92-A983-A2D2ACF4DD21}" type="pres">
      <dgm:prSet presAssocID="{8D7458CD-B394-4DF6-8328-B5B6AC455EAE}" presName="parTx" presStyleLbl="revTx" presStyleIdx="2" presStyleCnt="6">
        <dgm:presLayoutVars>
          <dgm:chMax val="0"/>
          <dgm:chPref val="0"/>
        </dgm:presLayoutVars>
      </dgm:prSet>
      <dgm:spPr/>
    </dgm:pt>
    <dgm:pt modelId="{3B1EF849-BFD9-49DE-A4ED-359E4BBEC4A6}" type="pres">
      <dgm:prSet presAssocID="{0E327DB7-4347-4142-9C0D-2EE87D79DD56}" presName="sibTrans" presStyleCnt="0"/>
      <dgm:spPr/>
    </dgm:pt>
    <dgm:pt modelId="{0CAB4850-FB63-488A-9473-1CA012EBFC00}" type="pres">
      <dgm:prSet presAssocID="{03BF496C-3B1A-4AE6-B875-83081747BBEC}" presName="compNode" presStyleCnt="0"/>
      <dgm:spPr/>
    </dgm:pt>
    <dgm:pt modelId="{756B0C10-F33D-4D6C-B9E2-A78DD7093243}" type="pres">
      <dgm:prSet presAssocID="{03BF496C-3B1A-4AE6-B875-83081747BBEC}" presName="bgRect" presStyleLbl="bgShp" presStyleIdx="3" presStyleCnt="6"/>
      <dgm:spPr/>
    </dgm:pt>
    <dgm:pt modelId="{1F0E9672-58D3-445D-A180-0CF00ABA046B}" type="pres">
      <dgm:prSet presAssocID="{03BF496C-3B1A-4AE6-B875-83081747BBE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65DCF9DB-4F83-43A3-8461-498324E8E6ED}" type="pres">
      <dgm:prSet presAssocID="{03BF496C-3B1A-4AE6-B875-83081747BBEC}" presName="spaceRect" presStyleCnt="0"/>
      <dgm:spPr/>
    </dgm:pt>
    <dgm:pt modelId="{BD8F5351-C265-4A7A-8806-EA638C2E5FCC}" type="pres">
      <dgm:prSet presAssocID="{03BF496C-3B1A-4AE6-B875-83081747BBEC}" presName="parTx" presStyleLbl="revTx" presStyleIdx="3" presStyleCnt="6">
        <dgm:presLayoutVars>
          <dgm:chMax val="0"/>
          <dgm:chPref val="0"/>
        </dgm:presLayoutVars>
      </dgm:prSet>
      <dgm:spPr/>
    </dgm:pt>
    <dgm:pt modelId="{03FAB528-6EEE-4F56-AB5F-6F960C677064}" type="pres">
      <dgm:prSet presAssocID="{B8459697-853B-4F58-8DE3-65B16A92FABE}" presName="sibTrans" presStyleCnt="0"/>
      <dgm:spPr/>
    </dgm:pt>
    <dgm:pt modelId="{4595C40C-22E0-4E94-AD71-76F2C4D77FB5}" type="pres">
      <dgm:prSet presAssocID="{BA9DA094-2FC1-41B4-9031-3203C6BC7870}" presName="compNode" presStyleCnt="0"/>
      <dgm:spPr/>
    </dgm:pt>
    <dgm:pt modelId="{7BDD101A-5198-427A-99CD-345B92E87F8D}" type="pres">
      <dgm:prSet presAssocID="{BA9DA094-2FC1-41B4-9031-3203C6BC7870}" presName="bgRect" presStyleLbl="bgShp" presStyleIdx="4" presStyleCnt="6"/>
      <dgm:spPr/>
    </dgm:pt>
    <dgm:pt modelId="{82933155-A8F7-4281-812D-5265718B1155}" type="pres">
      <dgm:prSet presAssocID="{BA9DA094-2FC1-41B4-9031-3203C6BC787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9BDDC24F-3EA1-4AF2-B99A-6414AD1E8693}" type="pres">
      <dgm:prSet presAssocID="{BA9DA094-2FC1-41B4-9031-3203C6BC7870}" presName="spaceRect" presStyleCnt="0"/>
      <dgm:spPr/>
    </dgm:pt>
    <dgm:pt modelId="{70084999-53A6-49E5-AAEB-D38EC466A0B0}" type="pres">
      <dgm:prSet presAssocID="{BA9DA094-2FC1-41B4-9031-3203C6BC7870}" presName="parTx" presStyleLbl="revTx" presStyleIdx="4" presStyleCnt="6">
        <dgm:presLayoutVars>
          <dgm:chMax val="0"/>
          <dgm:chPref val="0"/>
        </dgm:presLayoutVars>
      </dgm:prSet>
      <dgm:spPr/>
    </dgm:pt>
    <dgm:pt modelId="{AC11857F-0D2B-48BB-B534-B61A28A870D1}" type="pres">
      <dgm:prSet presAssocID="{DE58A467-E82D-4BC7-91EB-24D5155C9A81}" presName="sibTrans" presStyleCnt="0"/>
      <dgm:spPr/>
    </dgm:pt>
    <dgm:pt modelId="{D8519499-BF92-49AC-8423-3DE96F46814D}" type="pres">
      <dgm:prSet presAssocID="{63310EC6-7EE8-40C5-88DE-DC4C3B352449}" presName="compNode" presStyleCnt="0"/>
      <dgm:spPr/>
    </dgm:pt>
    <dgm:pt modelId="{6433A219-39DD-4D64-8C28-A49707903DB7}" type="pres">
      <dgm:prSet presAssocID="{63310EC6-7EE8-40C5-88DE-DC4C3B352449}" presName="bgRect" presStyleLbl="bgShp" presStyleIdx="5" presStyleCnt="6"/>
      <dgm:spPr/>
    </dgm:pt>
    <dgm:pt modelId="{E6C9ED4B-74A1-4368-A92F-CD845DA4ADB1}" type="pres">
      <dgm:prSet presAssocID="{63310EC6-7EE8-40C5-88DE-DC4C3B35244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9896DD4-79C6-4472-A9E7-94A36A840DD4}" type="pres">
      <dgm:prSet presAssocID="{63310EC6-7EE8-40C5-88DE-DC4C3B352449}" presName="spaceRect" presStyleCnt="0"/>
      <dgm:spPr/>
    </dgm:pt>
    <dgm:pt modelId="{F645A776-DE47-408F-8E47-54960B196F44}" type="pres">
      <dgm:prSet presAssocID="{63310EC6-7EE8-40C5-88DE-DC4C3B35244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DB4D029-83C2-44DD-BB31-74FF43092E10}" srcId="{E7947641-451F-45E1-9C1D-DF6B505DDAC2}" destId="{03BF496C-3B1A-4AE6-B875-83081747BBEC}" srcOrd="3" destOrd="0" parTransId="{FBD79CBF-C4A9-4976-A63E-54A01170C54C}" sibTransId="{B8459697-853B-4F58-8DE3-65B16A92FABE}"/>
    <dgm:cxn modelId="{8301D143-FAC7-44FC-B920-BE975C4E109B}" srcId="{E7947641-451F-45E1-9C1D-DF6B505DDAC2}" destId="{BA9DA094-2FC1-41B4-9031-3203C6BC7870}" srcOrd="4" destOrd="0" parTransId="{83EBF2D9-623C-461F-93B5-0D10AC409143}" sibTransId="{DE58A467-E82D-4BC7-91EB-24D5155C9A81}"/>
    <dgm:cxn modelId="{9C2E4C47-7B48-4870-8C5E-D0706A4F92BD}" srcId="{E7947641-451F-45E1-9C1D-DF6B505DDAC2}" destId="{63310EC6-7EE8-40C5-88DE-DC4C3B352449}" srcOrd="5" destOrd="0" parTransId="{25C3305A-681D-462B-960F-E11FAFDE5F29}" sibTransId="{C2710150-8CD3-4B1E-8DC2-44A45FCD8A88}"/>
    <dgm:cxn modelId="{043D486C-2657-4A88-B230-DBA0A9C62621}" type="presOf" srcId="{03BF496C-3B1A-4AE6-B875-83081747BBEC}" destId="{BD8F5351-C265-4A7A-8806-EA638C2E5FCC}" srcOrd="0" destOrd="0" presId="urn:microsoft.com/office/officeart/2018/2/layout/IconVerticalSolidList"/>
    <dgm:cxn modelId="{BADF084E-02BD-4CFE-B0AD-6323AB9CECAE}" type="presOf" srcId="{E7947641-451F-45E1-9C1D-DF6B505DDAC2}" destId="{DCE596DD-3019-4A99-AE30-8BFD12EB5D65}" srcOrd="0" destOrd="0" presId="urn:microsoft.com/office/officeart/2018/2/layout/IconVerticalSolidList"/>
    <dgm:cxn modelId="{93EAF87E-F59D-4B2A-84EA-F3F85915C2B4}" type="presOf" srcId="{8D7458CD-B394-4DF6-8328-B5B6AC455EAE}" destId="{F9CBE7ED-E1F9-4C92-A983-A2D2ACF4DD21}" srcOrd="0" destOrd="0" presId="urn:microsoft.com/office/officeart/2018/2/layout/IconVerticalSolidList"/>
    <dgm:cxn modelId="{B86F5782-A7EB-45C2-975A-DE59049DB792}" type="presOf" srcId="{CF959968-8916-4A22-AB53-DCF8D3ABAE93}" destId="{215D0F1E-CE15-411B-B5B3-80A16FD22E81}" srcOrd="0" destOrd="0" presId="urn:microsoft.com/office/officeart/2018/2/layout/IconVerticalSolidList"/>
    <dgm:cxn modelId="{B2E3909F-1132-434A-9732-3612D8D2E6E7}" type="presOf" srcId="{BA9DA094-2FC1-41B4-9031-3203C6BC7870}" destId="{70084999-53A6-49E5-AAEB-D38EC466A0B0}" srcOrd="0" destOrd="0" presId="urn:microsoft.com/office/officeart/2018/2/layout/IconVerticalSolidList"/>
    <dgm:cxn modelId="{0DC9E7A6-7739-4E00-94E7-36310589CC5D}" srcId="{E7947641-451F-45E1-9C1D-DF6B505DDAC2}" destId="{8D7458CD-B394-4DF6-8328-B5B6AC455EAE}" srcOrd="2" destOrd="0" parTransId="{296638C7-6F99-44A7-9A1B-FCFF3F5092F3}" sibTransId="{0E327DB7-4347-4142-9C0D-2EE87D79DD56}"/>
    <dgm:cxn modelId="{F860F6B6-717A-4DDF-90EC-AA726A7C0CDA}" type="presOf" srcId="{1C1695F3-C7A9-480E-AA19-7D96471FB1F6}" destId="{D9801666-028C-4FC7-A5EC-EA6A6E784550}" srcOrd="0" destOrd="0" presId="urn:microsoft.com/office/officeart/2018/2/layout/IconVerticalSolidList"/>
    <dgm:cxn modelId="{5FA53EBA-4608-4333-875A-4D52220C4CFB}" srcId="{E7947641-451F-45E1-9C1D-DF6B505DDAC2}" destId="{1C1695F3-C7A9-480E-AA19-7D96471FB1F6}" srcOrd="0" destOrd="0" parTransId="{A7AB90B0-1C46-41C4-A6EA-41FD919F92E9}" sibTransId="{1E8CE227-5940-4F99-BC68-37DED5F3FE00}"/>
    <dgm:cxn modelId="{171BC1D5-ABA7-41B5-B835-96629F260B8B}" srcId="{E7947641-451F-45E1-9C1D-DF6B505DDAC2}" destId="{CF959968-8916-4A22-AB53-DCF8D3ABAE93}" srcOrd="1" destOrd="0" parTransId="{27D82BF2-9C40-496A-A480-49C2BA55764A}" sibTransId="{E4C34941-41ED-45D3-A978-5F0EE8AACB60}"/>
    <dgm:cxn modelId="{ABD344EB-1725-40EB-97FB-B6E4D235476F}" type="presOf" srcId="{63310EC6-7EE8-40C5-88DE-DC4C3B352449}" destId="{F645A776-DE47-408F-8E47-54960B196F44}" srcOrd="0" destOrd="0" presId="urn:microsoft.com/office/officeart/2018/2/layout/IconVerticalSolidList"/>
    <dgm:cxn modelId="{0A9E384C-4163-457A-9B67-048A48FE8DB0}" type="presParOf" srcId="{DCE596DD-3019-4A99-AE30-8BFD12EB5D65}" destId="{EF083B12-9C25-4716-B53A-E5B723F983B4}" srcOrd="0" destOrd="0" presId="urn:microsoft.com/office/officeart/2018/2/layout/IconVerticalSolidList"/>
    <dgm:cxn modelId="{AC04940E-189C-4175-8C52-0B5559793664}" type="presParOf" srcId="{EF083B12-9C25-4716-B53A-E5B723F983B4}" destId="{BB4DF418-C611-45DD-BF81-47C0F826730B}" srcOrd="0" destOrd="0" presId="urn:microsoft.com/office/officeart/2018/2/layout/IconVerticalSolidList"/>
    <dgm:cxn modelId="{FA0835FE-3D43-4B6B-87D6-0F11489262F1}" type="presParOf" srcId="{EF083B12-9C25-4716-B53A-E5B723F983B4}" destId="{CB784C76-8C4D-4259-BA74-18A9BE34C4B9}" srcOrd="1" destOrd="0" presId="urn:microsoft.com/office/officeart/2018/2/layout/IconVerticalSolidList"/>
    <dgm:cxn modelId="{84C51136-26A7-4C05-9A72-6AC1DDF4117E}" type="presParOf" srcId="{EF083B12-9C25-4716-B53A-E5B723F983B4}" destId="{69FC71C0-48B3-495D-950C-50DD2668684F}" srcOrd="2" destOrd="0" presId="urn:microsoft.com/office/officeart/2018/2/layout/IconVerticalSolidList"/>
    <dgm:cxn modelId="{D1D6361A-317A-4CBA-AB22-56DAF0361638}" type="presParOf" srcId="{EF083B12-9C25-4716-B53A-E5B723F983B4}" destId="{D9801666-028C-4FC7-A5EC-EA6A6E784550}" srcOrd="3" destOrd="0" presId="urn:microsoft.com/office/officeart/2018/2/layout/IconVerticalSolidList"/>
    <dgm:cxn modelId="{86A52547-5C1E-4EBB-94B8-CFE7FBB86502}" type="presParOf" srcId="{DCE596DD-3019-4A99-AE30-8BFD12EB5D65}" destId="{10D3F877-5E17-4946-9517-4AE80CB2CB08}" srcOrd="1" destOrd="0" presId="urn:microsoft.com/office/officeart/2018/2/layout/IconVerticalSolidList"/>
    <dgm:cxn modelId="{25704C2F-2E81-4B60-AAEB-9E2C65B055C6}" type="presParOf" srcId="{DCE596DD-3019-4A99-AE30-8BFD12EB5D65}" destId="{1ABFFE50-8908-4BB4-9A25-BD51D3D90105}" srcOrd="2" destOrd="0" presId="urn:microsoft.com/office/officeart/2018/2/layout/IconVerticalSolidList"/>
    <dgm:cxn modelId="{0E23827B-8072-4C7C-9E08-3A534975984A}" type="presParOf" srcId="{1ABFFE50-8908-4BB4-9A25-BD51D3D90105}" destId="{B638A5D2-BE71-4365-A523-0057103850CA}" srcOrd="0" destOrd="0" presId="urn:microsoft.com/office/officeart/2018/2/layout/IconVerticalSolidList"/>
    <dgm:cxn modelId="{68E94C0C-02A2-4F26-8923-60AB79058D19}" type="presParOf" srcId="{1ABFFE50-8908-4BB4-9A25-BD51D3D90105}" destId="{A39E0B71-55D4-4F2A-9DCE-CB3C55216079}" srcOrd="1" destOrd="0" presId="urn:microsoft.com/office/officeart/2018/2/layout/IconVerticalSolidList"/>
    <dgm:cxn modelId="{DEA0709B-7A33-433A-8260-984FAAE1CCE2}" type="presParOf" srcId="{1ABFFE50-8908-4BB4-9A25-BD51D3D90105}" destId="{7678695F-E88B-4B37-A07E-0C603ED87AFB}" srcOrd="2" destOrd="0" presId="urn:microsoft.com/office/officeart/2018/2/layout/IconVerticalSolidList"/>
    <dgm:cxn modelId="{ED675134-B94E-4A50-93E5-77129C1805DC}" type="presParOf" srcId="{1ABFFE50-8908-4BB4-9A25-BD51D3D90105}" destId="{215D0F1E-CE15-411B-B5B3-80A16FD22E81}" srcOrd="3" destOrd="0" presId="urn:microsoft.com/office/officeart/2018/2/layout/IconVerticalSolidList"/>
    <dgm:cxn modelId="{A3B59229-7650-4B0A-95F1-1103C11652DA}" type="presParOf" srcId="{DCE596DD-3019-4A99-AE30-8BFD12EB5D65}" destId="{DA41BF48-EB40-40EB-9E52-06910E4C8A38}" srcOrd="3" destOrd="0" presId="urn:microsoft.com/office/officeart/2018/2/layout/IconVerticalSolidList"/>
    <dgm:cxn modelId="{DAA01406-1CD6-4C4B-8836-EB654A193FC5}" type="presParOf" srcId="{DCE596DD-3019-4A99-AE30-8BFD12EB5D65}" destId="{04E8DDAE-0250-4F8B-B233-653622E0BFAC}" srcOrd="4" destOrd="0" presId="urn:microsoft.com/office/officeart/2018/2/layout/IconVerticalSolidList"/>
    <dgm:cxn modelId="{DE3F2B70-D3A2-4B0D-985B-0B7AEC8B3925}" type="presParOf" srcId="{04E8DDAE-0250-4F8B-B233-653622E0BFAC}" destId="{5FBF4C14-E87F-4A0F-A57A-13735E9D8502}" srcOrd="0" destOrd="0" presId="urn:microsoft.com/office/officeart/2018/2/layout/IconVerticalSolidList"/>
    <dgm:cxn modelId="{500A6DF3-9B95-4D75-A11F-68AA79C6C554}" type="presParOf" srcId="{04E8DDAE-0250-4F8B-B233-653622E0BFAC}" destId="{EDFDAB9A-EFBD-4F4A-958D-F6102FBFAFAA}" srcOrd="1" destOrd="0" presId="urn:microsoft.com/office/officeart/2018/2/layout/IconVerticalSolidList"/>
    <dgm:cxn modelId="{386903DD-DFEF-420B-8B66-4C48B965A956}" type="presParOf" srcId="{04E8DDAE-0250-4F8B-B233-653622E0BFAC}" destId="{7B045BA5-E51F-484A-A3E2-0D377DC1177A}" srcOrd="2" destOrd="0" presId="urn:microsoft.com/office/officeart/2018/2/layout/IconVerticalSolidList"/>
    <dgm:cxn modelId="{625AC3B5-7693-4509-8929-3A8A98C575F8}" type="presParOf" srcId="{04E8DDAE-0250-4F8B-B233-653622E0BFAC}" destId="{F9CBE7ED-E1F9-4C92-A983-A2D2ACF4DD21}" srcOrd="3" destOrd="0" presId="urn:microsoft.com/office/officeart/2018/2/layout/IconVerticalSolidList"/>
    <dgm:cxn modelId="{F7EE0E3F-B559-4E72-BAC2-530A851DD016}" type="presParOf" srcId="{DCE596DD-3019-4A99-AE30-8BFD12EB5D65}" destId="{3B1EF849-BFD9-49DE-A4ED-359E4BBEC4A6}" srcOrd="5" destOrd="0" presId="urn:microsoft.com/office/officeart/2018/2/layout/IconVerticalSolidList"/>
    <dgm:cxn modelId="{6075A463-DC2A-4834-A6DA-73558F6A3BBF}" type="presParOf" srcId="{DCE596DD-3019-4A99-AE30-8BFD12EB5D65}" destId="{0CAB4850-FB63-488A-9473-1CA012EBFC00}" srcOrd="6" destOrd="0" presId="urn:microsoft.com/office/officeart/2018/2/layout/IconVerticalSolidList"/>
    <dgm:cxn modelId="{8CD18388-1521-41E5-A38E-89F108DE89AB}" type="presParOf" srcId="{0CAB4850-FB63-488A-9473-1CA012EBFC00}" destId="{756B0C10-F33D-4D6C-B9E2-A78DD7093243}" srcOrd="0" destOrd="0" presId="urn:microsoft.com/office/officeart/2018/2/layout/IconVerticalSolidList"/>
    <dgm:cxn modelId="{02894E98-1CDE-47EA-98B9-EF0E235EE1DE}" type="presParOf" srcId="{0CAB4850-FB63-488A-9473-1CA012EBFC00}" destId="{1F0E9672-58D3-445D-A180-0CF00ABA046B}" srcOrd="1" destOrd="0" presId="urn:microsoft.com/office/officeart/2018/2/layout/IconVerticalSolidList"/>
    <dgm:cxn modelId="{C25F893D-77EE-45EF-AEAB-B21D2FD544E5}" type="presParOf" srcId="{0CAB4850-FB63-488A-9473-1CA012EBFC00}" destId="{65DCF9DB-4F83-43A3-8461-498324E8E6ED}" srcOrd="2" destOrd="0" presId="urn:microsoft.com/office/officeart/2018/2/layout/IconVerticalSolidList"/>
    <dgm:cxn modelId="{76FB656F-1794-49BB-9E71-423779517948}" type="presParOf" srcId="{0CAB4850-FB63-488A-9473-1CA012EBFC00}" destId="{BD8F5351-C265-4A7A-8806-EA638C2E5FCC}" srcOrd="3" destOrd="0" presId="urn:microsoft.com/office/officeart/2018/2/layout/IconVerticalSolidList"/>
    <dgm:cxn modelId="{AD7A95B4-A03B-4096-BD3F-8FC987C0F0EE}" type="presParOf" srcId="{DCE596DD-3019-4A99-AE30-8BFD12EB5D65}" destId="{03FAB528-6EEE-4F56-AB5F-6F960C677064}" srcOrd="7" destOrd="0" presId="urn:microsoft.com/office/officeart/2018/2/layout/IconVerticalSolidList"/>
    <dgm:cxn modelId="{7EEC55BD-D374-431A-B3CA-2C4942F49547}" type="presParOf" srcId="{DCE596DD-3019-4A99-AE30-8BFD12EB5D65}" destId="{4595C40C-22E0-4E94-AD71-76F2C4D77FB5}" srcOrd="8" destOrd="0" presId="urn:microsoft.com/office/officeart/2018/2/layout/IconVerticalSolidList"/>
    <dgm:cxn modelId="{92F779F7-68E3-426D-8D8D-9BEB675591DD}" type="presParOf" srcId="{4595C40C-22E0-4E94-AD71-76F2C4D77FB5}" destId="{7BDD101A-5198-427A-99CD-345B92E87F8D}" srcOrd="0" destOrd="0" presId="urn:microsoft.com/office/officeart/2018/2/layout/IconVerticalSolidList"/>
    <dgm:cxn modelId="{B180C7A6-ACDA-4F75-A192-2DE13598963C}" type="presParOf" srcId="{4595C40C-22E0-4E94-AD71-76F2C4D77FB5}" destId="{82933155-A8F7-4281-812D-5265718B1155}" srcOrd="1" destOrd="0" presId="urn:microsoft.com/office/officeart/2018/2/layout/IconVerticalSolidList"/>
    <dgm:cxn modelId="{4426A63D-0D3C-460F-A1A0-9EA42A824471}" type="presParOf" srcId="{4595C40C-22E0-4E94-AD71-76F2C4D77FB5}" destId="{9BDDC24F-3EA1-4AF2-B99A-6414AD1E8693}" srcOrd="2" destOrd="0" presId="urn:microsoft.com/office/officeart/2018/2/layout/IconVerticalSolidList"/>
    <dgm:cxn modelId="{CF74776E-CCF0-4A2C-B721-67652CDC832C}" type="presParOf" srcId="{4595C40C-22E0-4E94-AD71-76F2C4D77FB5}" destId="{70084999-53A6-49E5-AAEB-D38EC466A0B0}" srcOrd="3" destOrd="0" presId="urn:microsoft.com/office/officeart/2018/2/layout/IconVerticalSolidList"/>
    <dgm:cxn modelId="{78F5CC5A-0826-4B8B-AE53-F5410E747D2E}" type="presParOf" srcId="{DCE596DD-3019-4A99-AE30-8BFD12EB5D65}" destId="{AC11857F-0D2B-48BB-B534-B61A28A870D1}" srcOrd="9" destOrd="0" presId="urn:microsoft.com/office/officeart/2018/2/layout/IconVerticalSolidList"/>
    <dgm:cxn modelId="{779F5296-CF85-4D90-8211-06C0B9B155EF}" type="presParOf" srcId="{DCE596DD-3019-4A99-AE30-8BFD12EB5D65}" destId="{D8519499-BF92-49AC-8423-3DE96F46814D}" srcOrd="10" destOrd="0" presId="urn:microsoft.com/office/officeart/2018/2/layout/IconVerticalSolidList"/>
    <dgm:cxn modelId="{4D1F1B51-3B6F-4476-B69D-FC83A503C5CA}" type="presParOf" srcId="{D8519499-BF92-49AC-8423-3DE96F46814D}" destId="{6433A219-39DD-4D64-8C28-A49707903DB7}" srcOrd="0" destOrd="0" presId="urn:microsoft.com/office/officeart/2018/2/layout/IconVerticalSolidList"/>
    <dgm:cxn modelId="{4097EB29-9DEB-4F58-BD83-843BD57178A7}" type="presParOf" srcId="{D8519499-BF92-49AC-8423-3DE96F46814D}" destId="{E6C9ED4B-74A1-4368-A92F-CD845DA4ADB1}" srcOrd="1" destOrd="0" presId="urn:microsoft.com/office/officeart/2018/2/layout/IconVerticalSolidList"/>
    <dgm:cxn modelId="{6196CC33-06DF-4D2F-BB5A-10C5875C0A90}" type="presParOf" srcId="{D8519499-BF92-49AC-8423-3DE96F46814D}" destId="{99896DD4-79C6-4472-A9E7-94A36A840DD4}" srcOrd="2" destOrd="0" presId="urn:microsoft.com/office/officeart/2018/2/layout/IconVerticalSolidList"/>
    <dgm:cxn modelId="{1AE7021A-CE62-43B5-8598-9509AAB046CA}" type="presParOf" srcId="{D8519499-BF92-49AC-8423-3DE96F46814D}" destId="{F645A776-DE47-408F-8E47-54960B196F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0EA547-ACC7-4019-95D2-F7D234270A7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FFD0239-A26B-445C-B026-A399CEA483B7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Proporcionar información deportiva actualizada y precisa a través de un bot de Telegram.</a:t>
          </a:r>
          <a:endParaRPr lang="es-ES">
            <a:latin typeface="Sitka Banner"/>
          </a:endParaRPr>
        </a:p>
      </dgm:t>
    </dgm:pt>
    <dgm:pt modelId="{338E3262-8A40-45A1-A1EB-76341C2492E4}" type="parTrans" cxnId="{499ECF6F-2F62-463A-B24C-3453DBD77D47}">
      <dgm:prSet/>
      <dgm:spPr/>
      <dgm:t>
        <a:bodyPr/>
        <a:lstStyle/>
        <a:p>
          <a:endParaRPr lang="en-US"/>
        </a:p>
      </dgm:t>
    </dgm:pt>
    <dgm:pt modelId="{77D007B6-0FA6-4243-A06A-C8D1A50FBDD2}" type="sibTrans" cxnId="{499ECF6F-2F62-463A-B24C-3453DBD77D47}">
      <dgm:prSet/>
      <dgm:spPr/>
      <dgm:t>
        <a:bodyPr/>
        <a:lstStyle/>
        <a:p>
          <a:endParaRPr lang="en-US"/>
        </a:p>
      </dgm:t>
    </dgm:pt>
    <dgm:pt modelId="{1FF4700C-EDEB-4518-BA55-67D19052413C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 Ofrecer una experiencia de usuario intuitiva tanto en el bot como en la interfaz web.</a:t>
          </a:r>
          <a:endParaRPr lang="es-ES">
            <a:latin typeface="Sitka Banner"/>
          </a:endParaRPr>
        </a:p>
      </dgm:t>
    </dgm:pt>
    <dgm:pt modelId="{367473AE-CAEF-4B9C-9A0D-937EDD718D80}" type="parTrans" cxnId="{0EA41E85-D858-40F5-92D4-2FC862CE6A39}">
      <dgm:prSet/>
      <dgm:spPr/>
    </dgm:pt>
    <dgm:pt modelId="{B7957D9F-26E6-43AA-B178-35E0D135EC25}" type="sibTrans" cxnId="{0EA41E85-D858-40F5-92D4-2FC862CE6A39}">
      <dgm:prSet/>
      <dgm:spPr/>
      <dgm:t>
        <a:bodyPr/>
        <a:lstStyle/>
        <a:p>
          <a:endParaRPr lang="es-ES"/>
        </a:p>
      </dgm:t>
    </dgm:pt>
    <dgm:pt modelId="{6BB175B0-3932-45E2-A083-02269BB0CFD4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Facilitar el acceso a datos deportivos mediante la integración con una API especializada. </a:t>
          </a:r>
        </a:p>
      </dgm:t>
    </dgm:pt>
    <dgm:pt modelId="{70194A52-3CB7-4AB7-A93F-8572AB6020BA}" type="parTrans" cxnId="{3620584D-B891-4A42-8496-3429738C92B6}">
      <dgm:prSet/>
      <dgm:spPr/>
    </dgm:pt>
    <dgm:pt modelId="{E0703204-8CE9-4048-A3D8-C25D863C1E3C}" type="sibTrans" cxnId="{3620584D-B891-4A42-8496-3429738C92B6}">
      <dgm:prSet/>
      <dgm:spPr/>
      <dgm:t>
        <a:bodyPr/>
        <a:lstStyle/>
        <a:p>
          <a:endParaRPr lang="es-ES"/>
        </a:p>
      </dgm:t>
    </dgm:pt>
    <dgm:pt modelId="{BDD1D87F-2706-44D9-9A4C-FE35678A067F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Garantizar la escalabilidad y facilidad de despliegue del sistema en entornos cloud. </a:t>
          </a:r>
        </a:p>
      </dgm:t>
    </dgm:pt>
    <dgm:pt modelId="{079B0B2A-93E5-4639-B1AA-07A67DFF7C3A}" type="parTrans" cxnId="{86EBB40A-1C71-444C-A760-403A63D54452}">
      <dgm:prSet/>
      <dgm:spPr/>
    </dgm:pt>
    <dgm:pt modelId="{06359B6D-2644-43FC-B5AA-A21C4A880019}" type="sibTrans" cxnId="{86EBB40A-1C71-444C-A760-403A63D54452}">
      <dgm:prSet/>
      <dgm:spPr/>
      <dgm:t>
        <a:bodyPr/>
        <a:lstStyle/>
        <a:p>
          <a:endParaRPr lang="en-US"/>
        </a:p>
      </dgm:t>
    </dgm:pt>
    <dgm:pt modelId="{6CA0EE93-4F67-452F-97EF-043307935B1D}" type="pres">
      <dgm:prSet presAssocID="{360EA547-ACC7-4019-95D2-F7D234270A7A}" presName="root" presStyleCnt="0">
        <dgm:presLayoutVars>
          <dgm:dir/>
          <dgm:resizeHandles val="exact"/>
        </dgm:presLayoutVars>
      </dgm:prSet>
      <dgm:spPr/>
    </dgm:pt>
    <dgm:pt modelId="{6D249986-C543-45FD-B562-BBF947BF4318}" type="pres">
      <dgm:prSet presAssocID="{8FFD0239-A26B-445C-B026-A399CEA483B7}" presName="compNode" presStyleCnt="0"/>
      <dgm:spPr/>
    </dgm:pt>
    <dgm:pt modelId="{1550175A-77FE-4293-A8C2-C922A6828373}" type="pres">
      <dgm:prSet presAssocID="{8FFD0239-A26B-445C-B026-A399CEA483B7}" presName="iconBgRect" presStyleLbl="bgShp" presStyleIdx="0" presStyleCnt="4"/>
      <dgm:spPr/>
    </dgm:pt>
    <dgm:pt modelId="{06D717F1-4F4B-4077-843B-65D292AEC236}" type="pres">
      <dgm:prSet presAssocID="{8FFD0239-A26B-445C-B026-A399CEA483B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C31EFCA2-382F-4F9A-924D-5C50D8E84386}" type="pres">
      <dgm:prSet presAssocID="{8FFD0239-A26B-445C-B026-A399CEA483B7}" presName="spaceRect" presStyleCnt="0"/>
      <dgm:spPr/>
    </dgm:pt>
    <dgm:pt modelId="{D2F4FAE5-F1FD-469A-94B5-CB060D72180D}" type="pres">
      <dgm:prSet presAssocID="{8FFD0239-A26B-445C-B026-A399CEA483B7}" presName="textRect" presStyleLbl="revTx" presStyleIdx="0" presStyleCnt="4">
        <dgm:presLayoutVars>
          <dgm:chMax val="1"/>
          <dgm:chPref val="1"/>
        </dgm:presLayoutVars>
      </dgm:prSet>
      <dgm:spPr/>
    </dgm:pt>
    <dgm:pt modelId="{51C23D12-B44A-4923-922D-5C0C6D3A2901}" type="pres">
      <dgm:prSet presAssocID="{77D007B6-0FA6-4243-A06A-C8D1A50FBDD2}" presName="sibTrans" presStyleCnt="0"/>
      <dgm:spPr/>
    </dgm:pt>
    <dgm:pt modelId="{D95D4906-5F8F-4709-971F-841D1535B2AE}" type="pres">
      <dgm:prSet presAssocID="{6BB175B0-3932-45E2-A083-02269BB0CFD4}" presName="compNode" presStyleCnt="0"/>
      <dgm:spPr/>
    </dgm:pt>
    <dgm:pt modelId="{098D5379-C07C-44DE-BF1D-901737C55F86}" type="pres">
      <dgm:prSet presAssocID="{6BB175B0-3932-45E2-A083-02269BB0CFD4}" presName="iconBgRect" presStyleLbl="bgShp" presStyleIdx="1" presStyleCnt="4"/>
      <dgm:spPr/>
    </dgm:pt>
    <dgm:pt modelId="{401635AC-8F42-44E8-836C-D553D53DAE35}" type="pres">
      <dgm:prSet presAssocID="{6BB175B0-3932-45E2-A083-02269BB0CF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439B9F9-6AF3-45E7-864E-8584EC2E3B05}" type="pres">
      <dgm:prSet presAssocID="{6BB175B0-3932-45E2-A083-02269BB0CFD4}" presName="spaceRect" presStyleCnt="0"/>
      <dgm:spPr/>
    </dgm:pt>
    <dgm:pt modelId="{7743E674-DE2E-450E-99B0-28FFD08C015D}" type="pres">
      <dgm:prSet presAssocID="{6BB175B0-3932-45E2-A083-02269BB0CFD4}" presName="textRect" presStyleLbl="revTx" presStyleIdx="1" presStyleCnt="4">
        <dgm:presLayoutVars>
          <dgm:chMax val="1"/>
          <dgm:chPref val="1"/>
        </dgm:presLayoutVars>
      </dgm:prSet>
      <dgm:spPr/>
    </dgm:pt>
    <dgm:pt modelId="{65B254EF-8890-468B-8AA3-921DAF42A21D}" type="pres">
      <dgm:prSet presAssocID="{E0703204-8CE9-4048-A3D8-C25D863C1E3C}" presName="sibTrans" presStyleCnt="0"/>
      <dgm:spPr/>
    </dgm:pt>
    <dgm:pt modelId="{3AEEA14A-ED32-4DAD-8647-9F0171A3162C}" type="pres">
      <dgm:prSet presAssocID="{1FF4700C-EDEB-4518-BA55-67D19052413C}" presName="compNode" presStyleCnt="0"/>
      <dgm:spPr/>
    </dgm:pt>
    <dgm:pt modelId="{538A48B8-0498-42D4-9F7B-247683DB01C9}" type="pres">
      <dgm:prSet presAssocID="{1FF4700C-EDEB-4518-BA55-67D19052413C}" presName="iconBgRect" presStyleLbl="bgShp" presStyleIdx="2" presStyleCnt="4"/>
      <dgm:spPr/>
    </dgm:pt>
    <dgm:pt modelId="{13EB4275-F9E6-49D7-A9B0-21C12B52DA01}" type="pres">
      <dgm:prSet presAssocID="{1FF4700C-EDEB-4518-BA55-67D19052413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054BC839-3971-47A1-9E29-233D461F8404}" type="pres">
      <dgm:prSet presAssocID="{1FF4700C-EDEB-4518-BA55-67D19052413C}" presName="spaceRect" presStyleCnt="0"/>
      <dgm:spPr/>
    </dgm:pt>
    <dgm:pt modelId="{1D57C4F4-59F2-4A24-919F-44354E29A52F}" type="pres">
      <dgm:prSet presAssocID="{1FF4700C-EDEB-4518-BA55-67D19052413C}" presName="textRect" presStyleLbl="revTx" presStyleIdx="2" presStyleCnt="4">
        <dgm:presLayoutVars>
          <dgm:chMax val="1"/>
          <dgm:chPref val="1"/>
        </dgm:presLayoutVars>
      </dgm:prSet>
      <dgm:spPr/>
    </dgm:pt>
    <dgm:pt modelId="{AB53771A-B304-4938-8814-82D43285F1EF}" type="pres">
      <dgm:prSet presAssocID="{B7957D9F-26E6-43AA-B178-35E0D135EC25}" presName="sibTrans" presStyleCnt="0"/>
      <dgm:spPr/>
    </dgm:pt>
    <dgm:pt modelId="{5FEE6664-3591-46BC-8E00-5803596083C5}" type="pres">
      <dgm:prSet presAssocID="{BDD1D87F-2706-44D9-9A4C-FE35678A067F}" presName="compNode" presStyleCnt="0"/>
      <dgm:spPr/>
    </dgm:pt>
    <dgm:pt modelId="{019C3004-BD4D-426A-81C7-C63B7C74F6F8}" type="pres">
      <dgm:prSet presAssocID="{BDD1D87F-2706-44D9-9A4C-FE35678A067F}" presName="iconBgRect" presStyleLbl="bgShp" presStyleIdx="3" presStyleCnt="4"/>
      <dgm:spPr/>
    </dgm:pt>
    <dgm:pt modelId="{9CDC23A2-A3A9-498B-98EF-25ECFB1077C7}" type="pres">
      <dgm:prSet presAssocID="{BDD1D87F-2706-44D9-9A4C-FE35678A067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180F09C-517A-450C-AF60-0111D9BD6404}" type="pres">
      <dgm:prSet presAssocID="{BDD1D87F-2706-44D9-9A4C-FE35678A067F}" presName="spaceRect" presStyleCnt="0"/>
      <dgm:spPr/>
    </dgm:pt>
    <dgm:pt modelId="{1D7581CE-0256-4D86-92A3-82B721A1F2BD}" type="pres">
      <dgm:prSet presAssocID="{BDD1D87F-2706-44D9-9A4C-FE35678A067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6EBB40A-1C71-444C-A760-403A63D54452}" srcId="{360EA547-ACC7-4019-95D2-F7D234270A7A}" destId="{BDD1D87F-2706-44D9-9A4C-FE35678A067F}" srcOrd="3" destOrd="0" parTransId="{079B0B2A-93E5-4639-B1AA-07A67DFF7C3A}" sibTransId="{06359B6D-2644-43FC-B5AA-A21C4A880019}"/>
    <dgm:cxn modelId="{2624EC24-E819-4E5B-B0EA-68950974AAEC}" type="presOf" srcId="{8FFD0239-A26B-445C-B026-A399CEA483B7}" destId="{D2F4FAE5-F1FD-469A-94B5-CB060D72180D}" srcOrd="0" destOrd="0" presId="urn:microsoft.com/office/officeart/2018/5/layout/IconCircleLabelList"/>
    <dgm:cxn modelId="{3620584D-B891-4A42-8496-3429738C92B6}" srcId="{360EA547-ACC7-4019-95D2-F7D234270A7A}" destId="{6BB175B0-3932-45E2-A083-02269BB0CFD4}" srcOrd="1" destOrd="0" parTransId="{70194A52-3CB7-4AB7-A93F-8572AB6020BA}" sibTransId="{E0703204-8CE9-4048-A3D8-C25D863C1E3C}"/>
    <dgm:cxn modelId="{499ECF6F-2F62-463A-B24C-3453DBD77D47}" srcId="{360EA547-ACC7-4019-95D2-F7D234270A7A}" destId="{8FFD0239-A26B-445C-B026-A399CEA483B7}" srcOrd="0" destOrd="0" parTransId="{338E3262-8A40-45A1-A1EB-76341C2492E4}" sibTransId="{77D007B6-0FA6-4243-A06A-C8D1A50FBDD2}"/>
    <dgm:cxn modelId="{0EA41E85-D858-40F5-92D4-2FC862CE6A39}" srcId="{360EA547-ACC7-4019-95D2-F7D234270A7A}" destId="{1FF4700C-EDEB-4518-BA55-67D19052413C}" srcOrd="2" destOrd="0" parTransId="{367473AE-CAEF-4B9C-9A0D-937EDD718D80}" sibTransId="{B7957D9F-26E6-43AA-B178-35E0D135EC25}"/>
    <dgm:cxn modelId="{D847D387-BDD1-454D-9ACE-0EFC5069C224}" type="presOf" srcId="{6BB175B0-3932-45E2-A083-02269BB0CFD4}" destId="{7743E674-DE2E-450E-99B0-28FFD08C015D}" srcOrd="0" destOrd="0" presId="urn:microsoft.com/office/officeart/2018/5/layout/IconCircleLabelList"/>
    <dgm:cxn modelId="{A55BAD9D-9CA1-481A-857E-EAF287060E3F}" type="presOf" srcId="{1FF4700C-EDEB-4518-BA55-67D19052413C}" destId="{1D57C4F4-59F2-4A24-919F-44354E29A52F}" srcOrd="0" destOrd="0" presId="urn:microsoft.com/office/officeart/2018/5/layout/IconCircleLabelList"/>
    <dgm:cxn modelId="{4FC7A8D5-E67F-4018-91D0-ECEC52204111}" type="presOf" srcId="{BDD1D87F-2706-44D9-9A4C-FE35678A067F}" destId="{1D7581CE-0256-4D86-92A3-82B721A1F2BD}" srcOrd="0" destOrd="0" presId="urn:microsoft.com/office/officeart/2018/5/layout/IconCircleLabelList"/>
    <dgm:cxn modelId="{C3B19FDB-5742-4DB3-83B6-2DFE0AB21899}" type="presOf" srcId="{360EA547-ACC7-4019-95D2-F7D234270A7A}" destId="{6CA0EE93-4F67-452F-97EF-043307935B1D}" srcOrd="0" destOrd="0" presId="urn:microsoft.com/office/officeart/2018/5/layout/IconCircleLabelList"/>
    <dgm:cxn modelId="{48892120-F168-402B-9729-42D8943A7070}" type="presParOf" srcId="{6CA0EE93-4F67-452F-97EF-043307935B1D}" destId="{6D249986-C543-45FD-B562-BBF947BF4318}" srcOrd="0" destOrd="0" presId="urn:microsoft.com/office/officeart/2018/5/layout/IconCircleLabelList"/>
    <dgm:cxn modelId="{BD8710CC-0A37-4072-AFBA-275AE3E020AC}" type="presParOf" srcId="{6D249986-C543-45FD-B562-BBF947BF4318}" destId="{1550175A-77FE-4293-A8C2-C922A6828373}" srcOrd="0" destOrd="0" presId="urn:microsoft.com/office/officeart/2018/5/layout/IconCircleLabelList"/>
    <dgm:cxn modelId="{C815DFEE-D04B-4AEA-8A59-2C4DBD4FFD3D}" type="presParOf" srcId="{6D249986-C543-45FD-B562-BBF947BF4318}" destId="{06D717F1-4F4B-4077-843B-65D292AEC236}" srcOrd="1" destOrd="0" presId="urn:microsoft.com/office/officeart/2018/5/layout/IconCircleLabelList"/>
    <dgm:cxn modelId="{605DCF05-7F93-4E46-910B-38E213C66A24}" type="presParOf" srcId="{6D249986-C543-45FD-B562-BBF947BF4318}" destId="{C31EFCA2-382F-4F9A-924D-5C50D8E84386}" srcOrd="2" destOrd="0" presId="urn:microsoft.com/office/officeart/2018/5/layout/IconCircleLabelList"/>
    <dgm:cxn modelId="{9D36A6BB-B1CF-4A41-9246-0721DF2E3A59}" type="presParOf" srcId="{6D249986-C543-45FD-B562-BBF947BF4318}" destId="{D2F4FAE5-F1FD-469A-94B5-CB060D72180D}" srcOrd="3" destOrd="0" presId="urn:microsoft.com/office/officeart/2018/5/layout/IconCircleLabelList"/>
    <dgm:cxn modelId="{BD653783-AF66-4363-A789-3098B64A335B}" type="presParOf" srcId="{6CA0EE93-4F67-452F-97EF-043307935B1D}" destId="{51C23D12-B44A-4923-922D-5C0C6D3A2901}" srcOrd="1" destOrd="0" presId="urn:microsoft.com/office/officeart/2018/5/layout/IconCircleLabelList"/>
    <dgm:cxn modelId="{9C58A90D-033A-4A60-9850-9695671FD183}" type="presParOf" srcId="{6CA0EE93-4F67-452F-97EF-043307935B1D}" destId="{D95D4906-5F8F-4709-971F-841D1535B2AE}" srcOrd="2" destOrd="0" presId="urn:microsoft.com/office/officeart/2018/5/layout/IconCircleLabelList"/>
    <dgm:cxn modelId="{F2BA6611-16BE-4D97-A786-E7F6F6E3D36C}" type="presParOf" srcId="{D95D4906-5F8F-4709-971F-841D1535B2AE}" destId="{098D5379-C07C-44DE-BF1D-901737C55F86}" srcOrd="0" destOrd="0" presId="urn:microsoft.com/office/officeart/2018/5/layout/IconCircleLabelList"/>
    <dgm:cxn modelId="{CD0A5B83-4388-493D-A86E-D129D8E69079}" type="presParOf" srcId="{D95D4906-5F8F-4709-971F-841D1535B2AE}" destId="{401635AC-8F42-44E8-836C-D553D53DAE35}" srcOrd="1" destOrd="0" presId="urn:microsoft.com/office/officeart/2018/5/layout/IconCircleLabelList"/>
    <dgm:cxn modelId="{B9CFB9EB-A264-488D-B562-D47C5B4A4026}" type="presParOf" srcId="{D95D4906-5F8F-4709-971F-841D1535B2AE}" destId="{6439B9F9-6AF3-45E7-864E-8584EC2E3B05}" srcOrd="2" destOrd="0" presId="urn:microsoft.com/office/officeart/2018/5/layout/IconCircleLabelList"/>
    <dgm:cxn modelId="{702AFA42-F385-4811-8742-3C599A4CD070}" type="presParOf" srcId="{D95D4906-5F8F-4709-971F-841D1535B2AE}" destId="{7743E674-DE2E-450E-99B0-28FFD08C015D}" srcOrd="3" destOrd="0" presId="urn:microsoft.com/office/officeart/2018/5/layout/IconCircleLabelList"/>
    <dgm:cxn modelId="{784C688D-67B1-49DA-854D-4B7D9C28C9A8}" type="presParOf" srcId="{6CA0EE93-4F67-452F-97EF-043307935B1D}" destId="{65B254EF-8890-468B-8AA3-921DAF42A21D}" srcOrd="3" destOrd="0" presId="urn:microsoft.com/office/officeart/2018/5/layout/IconCircleLabelList"/>
    <dgm:cxn modelId="{A1BB6C4B-4787-42D0-B0C4-C5C07BD08346}" type="presParOf" srcId="{6CA0EE93-4F67-452F-97EF-043307935B1D}" destId="{3AEEA14A-ED32-4DAD-8647-9F0171A3162C}" srcOrd="4" destOrd="0" presId="urn:microsoft.com/office/officeart/2018/5/layout/IconCircleLabelList"/>
    <dgm:cxn modelId="{1BCA6BFE-66D6-4E4E-888A-31E092C9E361}" type="presParOf" srcId="{3AEEA14A-ED32-4DAD-8647-9F0171A3162C}" destId="{538A48B8-0498-42D4-9F7B-247683DB01C9}" srcOrd="0" destOrd="0" presId="urn:microsoft.com/office/officeart/2018/5/layout/IconCircleLabelList"/>
    <dgm:cxn modelId="{E05C1408-B51B-4CB9-9B64-2AE242A85083}" type="presParOf" srcId="{3AEEA14A-ED32-4DAD-8647-9F0171A3162C}" destId="{13EB4275-F9E6-49D7-A9B0-21C12B52DA01}" srcOrd="1" destOrd="0" presId="urn:microsoft.com/office/officeart/2018/5/layout/IconCircleLabelList"/>
    <dgm:cxn modelId="{2536CCFC-F21C-47F1-AC04-B24EF7C2F226}" type="presParOf" srcId="{3AEEA14A-ED32-4DAD-8647-9F0171A3162C}" destId="{054BC839-3971-47A1-9E29-233D461F8404}" srcOrd="2" destOrd="0" presId="urn:microsoft.com/office/officeart/2018/5/layout/IconCircleLabelList"/>
    <dgm:cxn modelId="{A5242975-36F3-47E4-A4A3-AF56BE2E0A6C}" type="presParOf" srcId="{3AEEA14A-ED32-4DAD-8647-9F0171A3162C}" destId="{1D57C4F4-59F2-4A24-919F-44354E29A52F}" srcOrd="3" destOrd="0" presId="urn:microsoft.com/office/officeart/2018/5/layout/IconCircleLabelList"/>
    <dgm:cxn modelId="{0D1F0722-B04D-4E25-A349-739038ADE367}" type="presParOf" srcId="{6CA0EE93-4F67-452F-97EF-043307935B1D}" destId="{AB53771A-B304-4938-8814-82D43285F1EF}" srcOrd="5" destOrd="0" presId="urn:microsoft.com/office/officeart/2018/5/layout/IconCircleLabelList"/>
    <dgm:cxn modelId="{6211BCA8-2097-45A7-ADEE-9795349C7571}" type="presParOf" srcId="{6CA0EE93-4F67-452F-97EF-043307935B1D}" destId="{5FEE6664-3591-46BC-8E00-5803596083C5}" srcOrd="6" destOrd="0" presId="urn:microsoft.com/office/officeart/2018/5/layout/IconCircleLabelList"/>
    <dgm:cxn modelId="{062E59FE-2314-4D4A-A60B-A7FFF59D0523}" type="presParOf" srcId="{5FEE6664-3591-46BC-8E00-5803596083C5}" destId="{019C3004-BD4D-426A-81C7-C63B7C74F6F8}" srcOrd="0" destOrd="0" presId="urn:microsoft.com/office/officeart/2018/5/layout/IconCircleLabelList"/>
    <dgm:cxn modelId="{AA85660C-A0BA-4B18-A763-D98DE718D32A}" type="presParOf" srcId="{5FEE6664-3591-46BC-8E00-5803596083C5}" destId="{9CDC23A2-A3A9-498B-98EF-25ECFB1077C7}" srcOrd="1" destOrd="0" presId="urn:microsoft.com/office/officeart/2018/5/layout/IconCircleLabelList"/>
    <dgm:cxn modelId="{218CA329-6FA7-4C16-8432-FA5A2BBEE65C}" type="presParOf" srcId="{5FEE6664-3591-46BC-8E00-5803596083C5}" destId="{0180F09C-517A-450C-AF60-0111D9BD6404}" srcOrd="2" destOrd="0" presId="urn:microsoft.com/office/officeart/2018/5/layout/IconCircleLabelList"/>
    <dgm:cxn modelId="{4AAE4A38-261F-4D30-AB97-F69BA3CF6ED4}" type="presParOf" srcId="{5FEE6664-3591-46BC-8E00-5803596083C5}" destId="{1D7581CE-0256-4D86-92A3-82B721A1F2B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80B9EE-28A1-4016-948C-84ECBD11962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CEC948-FB49-4D1B-8C33-02D8E96BD2BD}">
      <dgm:prSet/>
      <dgm:spPr/>
      <dgm:t>
        <a:bodyPr/>
        <a:lstStyle/>
        <a:p>
          <a:r>
            <a:rPr lang="es-ES" b="1"/>
            <a:t>Consulta en tiempo real</a:t>
          </a:r>
          <a:r>
            <a:rPr lang="es-ES"/>
            <a:t>: partidos, clasificaciones y lesiones en Fútbol, NBA, MLB y NHL.</a:t>
          </a:r>
          <a:endParaRPr lang="en-US"/>
        </a:p>
      </dgm:t>
    </dgm:pt>
    <dgm:pt modelId="{47547522-66B1-412E-848C-F3098335F703}" type="parTrans" cxnId="{3DAA40F6-C972-43B7-A287-27DFEAEE8C8E}">
      <dgm:prSet/>
      <dgm:spPr/>
      <dgm:t>
        <a:bodyPr/>
        <a:lstStyle/>
        <a:p>
          <a:endParaRPr lang="en-US"/>
        </a:p>
      </dgm:t>
    </dgm:pt>
    <dgm:pt modelId="{A46E3248-F4B6-41E3-985E-2B7E5A4129A6}" type="sibTrans" cxnId="{3DAA40F6-C972-43B7-A287-27DFEAEE8C8E}">
      <dgm:prSet/>
      <dgm:spPr/>
      <dgm:t>
        <a:bodyPr/>
        <a:lstStyle/>
        <a:p>
          <a:endParaRPr lang="en-US"/>
        </a:p>
      </dgm:t>
    </dgm:pt>
    <dgm:pt modelId="{8390DFDE-B094-4F0D-A042-745A1A6B952D}">
      <dgm:prSet/>
      <dgm:spPr/>
      <dgm:t>
        <a:bodyPr/>
        <a:lstStyle/>
        <a:p>
          <a:r>
            <a:rPr lang="es-ES" b="1"/>
            <a:t>Notificaciones automáticas</a:t>
          </a:r>
          <a:r>
            <a:rPr lang="es-ES"/>
            <a:t>: suscríbete y recibe info diaria de tus deportes favoritos.</a:t>
          </a:r>
          <a:endParaRPr lang="en-US"/>
        </a:p>
      </dgm:t>
    </dgm:pt>
    <dgm:pt modelId="{4AB997DD-FC5D-4313-8E08-7F93DD9AFAE0}" type="parTrans" cxnId="{D9FFB355-894C-4FD5-ACA1-A80776C5D0FE}">
      <dgm:prSet/>
      <dgm:spPr/>
      <dgm:t>
        <a:bodyPr/>
        <a:lstStyle/>
        <a:p>
          <a:endParaRPr lang="en-US"/>
        </a:p>
      </dgm:t>
    </dgm:pt>
    <dgm:pt modelId="{DB3E4EE2-226E-47FB-B5C1-8E8FF9D7B3D3}" type="sibTrans" cxnId="{D9FFB355-894C-4FD5-ACA1-A80776C5D0FE}">
      <dgm:prSet/>
      <dgm:spPr/>
      <dgm:t>
        <a:bodyPr/>
        <a:lstStyle/>
        <a:p>
          <a:endParaRPr lang="en-US"/>
        </a:p>
      </dgm:t>
    </dgm:pt>
    <dgm:pt modelId="{0535710D-5516-4504-8E58-BEC8576B8327}">
      <dgm:prSet/>
      <dgm:spPr/>
      <dgm:t>
        <a:bodyPr/>
        <a:lstStyle/>
        <a:p>
          <a:r>
            <a:rPr lang="es-ES" b="1"/>
            <a:t>Navegación sencilla</a:t>
          </a:r>
          <a:r>
            <a:rPr lang="es-ES"/>
            <a:t>: menús interactivos para elegir deporte, competición e info.</a:t>
          </a:r>
          <a:endParaRPr lang="en-US"/>
        </a:p>
      </dgm:t>
    </dgm:pt>
    <dgm:pt modelId="{F2F9E991-591E-421F-9E76-D4774D6CC52D}" type="parTrans" cxnId="{8CE4BA61-F933-4B94-B14A-8459742854B6}">
      <dgm:prSet/>
      <dgm:spPr/>
      <dgm:t>
        <a:bodyPr/>
        <a:lstStyle/>
        <a:p>
          <a:endParaRPr lang="en-US"/>
        </a:p>
      </dgm:t>
    </dgm:pt>
    <dgm:pt modelId="{727D4271-A5DA-4B8F-A1E8-7E5869BF2230}" type="sibTrans" cxnId="{8CE4BA61-F933-4B94-B14A-8459742854B6}">
      <dgm:prSet/>
      <dgm:spPr/>
      <dgm:t>
        <a:bodyPr/>
        <a:lstStyle/>
        <a:p>
          <a:endParaRPr lang="en-US"/>
        </a:p>
      </dgm:t>
    </dgm:pt>
    <dgm:pt modelId="{97A1E798-89DF-4448-B884-0F24B22D7D96}">
      <dgm:prSet/>
      <dgm:spPr/>
      <dgm:t>
        <a:bodyPr/>
        <a:lstStyle/>
        <a:p>
          <a:r>
            <a:rPr lang="es-ES" b="1"/>
            <a:t>Sin instalar nada</a:t>
          </a:r>
          <a:r>
            <a:rPr lang="es-ES"/>
            <a:t>: solo abre Telegram y busca </a:t>
          </a:r>
          <a:r>
            <a:rPr lang="es-ES" b="1"/>
            <a:t>@InfodeporteBot</a:t>
          </a:r>
          <a:r>
            <a:rPr lang="es-ES"/>
            <a:t>.</a:t>
          </a:r>
          <a:endParaRPr lang="en-US"/>
        </a:p>
      </dgm:t>
    </dgm:pt>
    <dgm:pt modelId="{271C38A1-7473-4000-9040-78648846D6D3}" type="parTrans" cxnId="{ED55ED4F-1286-4CB8-BDB9-A0A017466BBD}">
      <dgm:prSet/>
      <dgm:spPr/>
      <dgm:t>
        <a:bodyPr/>
        <a:lstStyle/>
        <a:p>
          <a:endParaRPr lang="en-US"/>
        </a:p>
      </dgm:t>
    </dgm:pt>
    <dgm:pt modelId="{CD72657C-B520-4991-9C62-2A300009F2B0}" type="sibTrans" cxnId="{ED55ED4F-1286-4CB8-BDB9-A0A017466BBD}">
      <dgm:prSet/>
      <dgm:spPr/>
      <dgm:t>
        <a:bodyPr/>
        <a:lstStyle/>
        <a:p>
          <a:endParaRPr lang="en-US"/>
        </a:p>
      </dgm:t>
    </dgm:pt>
    <dgm:pt modelId="{5D0509BA-25F8-4A09-93EA-6179E5DAE28E}" type="pres">
      <dgm:prSet presAssocID="{E780B9EE-28A1-4016-948C-84ECBD11962A}" presName="root" presStyleCnt="0">
        <dgm:presLayoutVars>
          <dgm:dir/>
          <dgm:resizeHandles val="exact"/>
        </dgm:presLayoutVars>
      </dgm:prSet>
      <dgm:spPr/>
    </dgm:pt>
    <dgm:pt modelId="{7D2219E3-A5EB-4F4B-933D-A6B0475506B9}" type="pres">
      <dgm:prSet presAssocID="{E780B9EE-28A1-4016-948C-84ECBD11962A}" presName="container" presStyleCnt="0">
        <dgm:presLayoutVars>
          <dgm:dir/>
          <dgm:resizeHandles val="exact"/>
        </dgm:presLayoutVars>
      </dgm:prSet>
      <dgm:spPr/>
    </dgm:pt>
    <dgm:pt modelId="{49101625-EAE1-4033-A05E-CDDFBCE45522}" type="pres">
      <dgm:prSet presAssocID="{28CEC948-FB49-4D1B-8C33-02D8E96BD2BD}" presName="compNode" presStyleCnt="0"/>
      <dgm:spPr/>
    </dgm:pt>
    <dgm:pt modelId="{7539A690-00A6-4711-B2B6-55F48F817DDE}" type="pres">
      <dgm:prSet presAssocID="{28CEC948-FB49-4D1B-8C33-02D8E96BD2BD}" presName="iconBgRect" presStyleLbl="bgShp" presStyleIdx="0" presStyleCnt="4"/>
      <dgm:spPr/>
    </dgm:pt>
    <dgm:pt modelId="{2F529003-B05C-4BCE-988A-76D2EE78E2EB}" type="pres">
      <dgm:prSet presAssocID="{28CEC948-FB49-4D1B-8C33-02D8E96BD2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útbol americano"/>
        </a:ext>
      </dgm:extLst>
    </dgm:pt>
    <dgm:pt modelId="{EACB4D86-CD0A-490B-9384-2F8DAE6E158F}" type="pres">
      <dgm:prSet presAssocID="{28CEC948-FB49-4D1B-8C33-02D8E96BD2BD}" presName="spaceRect" presStyleCnt="0"/>
      <dgm:spPr/>
    </dgm:pt>
    <dgm:pt modelId="{16FEDBCB-5369-49E5-A7C7-B47DE8E5451D}" type="pres">
      <dgm:prSet presAssocID="{28CEC948-FB49-4D1B-8C33-02D8E96BD2BD}" presName="textRect" presStyleLbl="revTx" presStyleIdx="0" presStyleCnt="4">
        <dgm:presLayoutVars>
          <dgm:chMax val="1"/>
          <dgm:chPref val="1"/>
        </dgm:presLayoutVars>
      </dgm:prSet>
      <dgm:spPr/>
    </dgm:pt>
    <dgm:pt modelId="{E5AAB96B-D2F4-4F1E-BEAD-6505EABDB3C7}" type="pres">
      <dgm:prSet presAssocID="{A46E3248-F4B6-41E3-985E-2B7E5A4129A6}" presName="sibTrans" presStyleLbl="sibTrans2D1" presStyleIdx="0" presStyleCnt="0"/>
      <dgm:spPr/>
    </dgm:pt>
    <dgm:pt modelId="{1280F042-556E-4DE0-9445-FC7686C98CD3}" type="pres">
      <dgm:prSet presAssocID="{8390DFDE-B094-4F0D-A042-745A1A6B952D}" presName="compNode" presStyleCnt="0"/>
      <dgm:spPr/>
    </dgm:pt>
    <dgm:pt modelId="{7971F290-B93B-4BF0-B539-F0B06ACE5EB6}" type="pres">
      <dgm:prSet presAssocID="{8390DFDE-B094-4F0D-A042-745A1A6B952D}" presName="iconBgRect" presStyleLbl="bgShp" presStyleIdx="1" presStyleCnt="4"/>
      <dgm:spPr/>
    </dgm:pt>
    <dgm:pt modelId="{C11D2C10-38FA-4FC4-B33C-89D69AD6D459}" type="pres">
      <dgm:prSet presAssocID="{8390DFDE-B094-4F0D-A042-745A1A6B95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rella"/>
        </a:ext>
      </dgm:extLst>
    </dgm:pt>
    <dgm:pt modelId="{E0D92BC2-F61A-4023-BB2A-4024A4839AA9}" type="pres">
      <dgm:prSet presAssocID="{8390DFDE-B094-4F0D-A042-745A1A6B952D}" presName="spaceRect" presStyleCnt="0"/>
      <dgm:spPr/>
    </dgm:pt>
    <dgm:pt modelId="{231DFF5B-B6D0-4028-BA1C-1DD718EFFBA6}" type="pres">
      <dgm:prSet presAssocID="{8390DFDE-B094-4F0D-A042-745A1A6B952D}" presName="textRect" presStyleLbl="revTx" presStyleIdx="1" presStyleCnt="4">
        <dgm:presLayoutVars>
          <dgm:chMax val="1"/>
          <dgm:chPref val="1"/>
        </dgm:presLayoutVars>
      </dgm:prSet>
      <dgm:spPr/>
    </dgm:pt>
    <dgm:pt modelId="{BAF561D4-0A8D-4BF7-BDC2-F2E769AD6329}" type="pres">
      <dgm:prSet presAssocID="{DB3E4EE2-226E-47FB-B5C1-8E8FF9D7B3D3}" presName="sibTrans" presStyleLbl="sibTrans2D1" presStyleIdx="0" presStyleCnt="0"/>
      <dgm:spPr/>
    </dgm:pt>
    <dgm:pt modelId="{54950A53-D08A-4932-AED0-89E4B50D7245}" type="pres">
      <dgm:prSet presAssocID="{0535710D-5516-4504-8E58-BEC8576B8327}" presName="compNode" presStyleCnt="0"/>
      <dgm:spPr/>
    </dgm:pt>
    <dgm:pt modelId="{F4A0328E-99AE-4CDB-94CC-70BD932C3AA3}" type="pres">
      <dgm:prSet presAssocID="{0535710D-5516-4504-8E58-BEC8576B8327}" presName="iconBgRect" presStyleLbl="bgShp" presStyleIdx="2" presStyleCnt="4"/>
      <dgm:spPr/>
    </dgm:pt>
    <dgm:pt modelId="{9218A0A2-0177-44F0-BCA3-113219239BC1}" type="pres">
      <dgm:prSet presAssocID="{0535710D-5516-4504-8E58-BEC8576B83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 de vela"/>
        </a:ext>
      </dgm:extLst>
    </dgm:pt>
    <dgm:pt modelId="{99D318B4-2CB3-417F-8C4D-40E45D6B3B7E}" type="pres">
      <dgm:prSet presAssocID="{0535710D-5516-4504-8E58-BEC8576B8327}" presName="spaceRect" presStyleCnt="0"/>
      <dgm:spPr/>
    </dgm:pt>
    <dgm:pt modelId="{6F4E52B0-22F3-4DB2-9BD2-718C7B57C9AF}" type="pres">
      <dgm:prSet presAssocID="{0535710D-5516-4504-8E58-BEC8576B8327}" presName="textRect" presStyleLbl="revTx" presStyleIdx="2" presStyleCnt="4">
        <dgm:presLayoutVars>
          <dgm:chMax val="1"/>
          <dgm:chPref val="1"/>
        </dgm:presLayoutVars>
      </dgm:prSet>
      <dgm:spPr/>
    </dgm:pt>
    <dgm:pt modelId="{8D315F15-E216-4231-AA47-2FEA5682C1AE}" type="pres">
      <dgm:prSet presAssocID="{727D4271-A5DA-4B8F-A1E8-7E5869BF2230}" presName="sibTrans" presStyleLbl="sibTrans2D1" presStyleIdx="0" presStyleCnt="0"/>
      <dgm:spPr/>
    </dgm:pt>
    <dgm:pt modelId="{C88CD5CD-2A04-4DB0-B3E3-665DD845D8A8}" type="pres">
      <dgm:prSet presAssocID="{97A1E798-89DF-4448-B884-0F24B22D7D96}" presName="compNode" presStyleCnt="0"/>
      <dgm:spPr/>
    </dgm:pt>
    <dgm:pt modelId="{061DE18C-BB5D-4F00-AE63-0B71F8EAD8C2}" type="pres">
      <dgm:prSet presAssocID="{97A1E798-89DF-4448-B884-0F24B22D7D96}" presName="iconBgRect" presStyleLbl="bgShp" presStyleIdx="3" presStyleCnt="4"/>
      <dgm:spPr/>
    </dgm:pt>
    <dgm:pt modelId="{754D856C-FC01-4DBC-9500-F56699756A1A}" type="pres">
      <dgm:prSet presAssocID="{97A1E798-89DF-4448-B884-0F24B22D7D9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ve Letter"/>
        </a:ext>
      </dgm:extLst>
    </dgm:pt>
    <dgm:pt modelId="{07BEBC0F-2019-47EE-8FE7-76C6E705D5EA}" type="pres">
      <dgm:prSet presAssocID="{97A1E798-89DF-4448-B884-0F24B22D7D96}" presName="spaceRect" presStyleCnt="0"/>
      <dgm:spPr/>
    </dgm:pt>
    <dgm:pt modelId="{70FEC5EE-80F9-4F21-B0AD-04B76F662035}" type="pres">
      <dgm:prSet presAssocID="{97A1E798-89DF-4448-B884-0F24B22D7D9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3E96C0A-68AD-4183-AD24-BFF757C4CF6F}" type="presOf" srcId="{DB3E4EE2-226E-47FB-B5C1-8E8FF9D7B3D3}" destId="{BAF561D4-0A8D-4BF7-BDC2-F2E769AD6329}" srcOrd="0" destOrd="0" presId="urn:microsoft.com/office/officeart/2018/2/layout/IconCircleList"/>
    <dgm:cxn modelId="{6A71460F-BC7B-4593-A993-A89BA5F700DA}" type="presOf" srcId="{28CEC948-FB49-4D1B-8C33-02D8E96BD2BD}" destId="{16FEDBCB-5369-49E5-A7C7-B47DE8E5451D}" srcOrd="0" destOrd="0" presId="urn:microsoft.com/office/officeart/2018/2/layout/IconCircleList"/>
    <dgm:cxn modelId="{5B213A1C-DFFB-4CD7-A19E-81EE8BA95E4E}" type="presOf" srcId="{E780B9EE-28A1-4016-948C-84ECBD11962A}" destId="{5D0509BA-25F8-4A09-93EA-6179E5DAE28E}" srcOrd="0" destOrd="0" presId="urn:microsoft.com/office/officeart/2018/2/layout/IconCircleList"/>
    <dgm:cxn modelId="{8CE4BA61-F933-4B94-B14A-8459742854B6}" srcId="{E780B9EE-28A1-4016-948C-84ECBD11962A}" destId="{0535710D-5516-4504-8E58-BEC8576B8327}" srcOrd="2" destOrd="0" parTransId="{F2F9E991-591E-421F-9E76-D4774D6CC52D}" sibTransId="{727D4271-A5DA-4B8F-A1E8-7E5869BF2230}"/>
    <dgm:cxn modelId="{ED55ED4F-1286-4CB8-BDB9-A0A017466BBD}" srcId="{E780B9EE-28A1-4016-948C-84ECBD11962A}" destId="{97A1E798-89DF-4448-B884-0F24B22D7D96}" srcOrd="3" destOrd="0" parTransId="{271C38A1-7473-4000-9040-78648846D6D3}" sibTransId="{CD72657C-B520-4991-9C62-2A300009F2B0}"/>
    <dgm:cxn modelId="{D9FFB355-894C-4FD5-ACA1-A80776C5D0FE}" srcId="{E780B9EE-28A1-4016-948C-84ECBD11962A}" destId="{8390DFDE-B094-4F0D-A042-745A1A6B952D}" srcOrd="1" destOrd="0" parTransId="{4AB997DD-FC5D-4313-8E08-7F93DD9AFAE0}" sibTransId="{DB3E4EE2-226E-47FB-B5C1-8E8FF9D7B3D3}"/>
    <dgm:cxn modelId="{C3ADDF82-EEA1-49E7-A760-55307B16F22A}" type="presOf" srcId="{0535710D-5516-4504-8E58-BEC8576B8327}" destId="{6F4E52B0-22F3-4DB2-9BD2-718C7B57C9AF}" srcOrd="0" destOrd="0" presId="urn:microsoft.com/office/officeart/2018/2/layout/IconCircleList"/>
    <dgm:cxn modelId="{E172528C-A32D-43C6-BAD2-B023143DE29A}" type="presOf" srcId="{A46E3248-F4B6-41E3-985E-2B7E5A4129A6}" destId="{E5AAB96B-D2F4-4F1E-BEAD-6505EABDB3C7}" srcOrd="0" destOrd="0" presId="urn:microsoft.com/office/officeart/2018/2/layout/IconCircleList"/>
    <dgm:cxn modelId="{20BA8E8E-CB5D-4A2A-BD65-C9D095BA313B}" type="presOf" srcId="{97A1E798-89DF-4448-B884-0F24B22D7D96}" destId="{70FEC5EE-80F9-4F21-B0AD-04B76F662035}" srcOrd="0" destOrd="0" presId="urn:microsoft.com/office/officeart/2018/2/layout/IconCircleList"/>
    <dgm:cxn modelId="{4F617FA5-804F-4D87-9A2E-BB7605D5EB41}" type="presOf" srcId="{8390DFDE-B094-4F0D-A042-745A1A6B952D}" destId="{231DFF5B-B6D0-4028-BA1C-1DD718EFFBA6}" srcOrd="0" destOrd="0" presId="urn:microsoft.com/office/officeart/2018/2/layout/IconCircleList"/>
    <dgm:cxn modelId="{45D1CAE3-179D-4370-971A-CA22FBE64FE0}" type="presOf" srcId="{727D4271-A5DA-4B8F-A1E8-7E5869BF2230}" destId="{8D315F15-E216-4231-AA47-2FEA5682C1AE}" srcOrd="0" destOrd="0" presId="urn:microsoft.com/office/officeart/2018/2/layout/IconCircleList"/>
    <dgm:cxn modelId="{3DAA40F6-C972-43B7-A287-27DFEAEE8C8E}" srcId="{E780B9EE-28A1-4016-948C-84ECBD11962A}" destId="{28CEC948-FB49-4D1B-8C33-02D8E96BD2BD}" srcOrd="0" destOrd="0" parTransId="{47547522-66B1-412E-848C-F3098335F703}" sibTransId="{A46E3248-F4B6-41E3-985E-2B7E5A4129A6}"/>
    <dgm:cxn modelId="{6B657DAB-DFC4-46D8-A8CF-247C58866ECE}" type="presParOf" srcId="{5D0509BA-25F8-4A09-93EA-6179E5DAE28E}" destId="{7D2219E3-A5EB-4F4B-933D-A6B0475506B9}" srcOrd="0" destOrd="0" presId="urn:microsoft.com/office/officeart/2018/2/layout/IconCircleList"/>
    <dgm:cxn modelId="{5042CA1B-E75D-4A73-8CF8-D73E87D36D71}" type="presParOf" srcId="{7D2219E3-A5EB-4F4B-933D-A6B0475506B9}" destId="{49101625-EAE1-4033-A05E-CDDFBCE45522}" srcOrd="0" destOrd="0" presId="urn:microsoft.com/office/officeart/2018/2/layout/IconCircleList"/>
    <dgm:cxn modelId="{70398E03-3496-451D-8681-954FF26061EB}" type="presParOf" srcId="{49101625-EAE1-4033-A05E-CDDFBCE45522}" destId="{7539A690-00A6-4711-B2B6-55F48F817DDE}" srcOrd="0" destOrd="0" presId="urn:microsoft.com/office/officeart/2018/2/layout/IconCircleList"/>
    <dgm:cxn modelId="{C7D64F5E-E5CA-4CB8-A202-C11C60B0381C}" type="presParOf" srcId="{49101625-EAE1-4033-A05E-CDDFBCE45522}" destId="{2F529003-B05C-4BCE-988A-76D2EE78E2EB}" srcOrd="1" destOrd="0" presId="urn:microsoft.com/office/officeart/2018/2/layout/IconCircleList"/>
    <dgm:cxn modelId="{AC403C58-956C-44BC-99AF-30977253F985}" type="presParOf" srcId="{49101625-EAE1-4033-A05E-CDDFBCE45522}" destId="{EACB4D86-CD0A-490B-9384-2F8DAE6E158F}" srcOrd="2" destOrd="0" presId="urn:microsoft.com/office/officeart/2018/2/layout/IconCircleList"/>
    <dgm:cxn modelId="{B62DE1D1-1A7C-4EB7-838D-760316956C81}" type="presParOf" srcId="{49101625-EAE1-4033-A05E-CDDFBCE45522}" destId="{16FEDBCB-5369-49E5-A7C7-B47DE8E5451D}" srcOrd="3" destOrd="0" presId="urn:microsoft.com/office/officeart/2018/2/layout/IconCircleList"/>
    <dgm:cxn modelId="{3C402BE1-6BBF-48E4-A186-4AF44A9BC7D2}" type="presParOf" srcId="{7D2219E3-A5EB-4F4B-933D-A6B0475506B9}" destId="{E5AAB96B-D2F4-4F1E-BEAD-6505EABDB3C7}" srcOrd="1" destOrd="0" presId="urn:microsoft.com/office/officeart/2018/2/layout/IconCircleList"/>
    <dgm:cxn modelId="{C99FA044-0C24-4188-8E16-90B2621B9CB3}" type="presParOf" srcId="{7D2219E3-A5EB-4F4B-933D-A6B0475506B9}" destId="{1280F042-556E-4DE0-9445-FC7686C98CD3}" srcOrd="2" destOrd="0" presId="urn:microsoft.com/office/officeart/2018/2/layout/IconCircleList"/>
    <dgm:cxn modelId="{7ABE2293-C7AF-4D90-A141-D931EB4F6EC2}" type="presParOf" srcId="{1280F042-556E-4DE0-9445-FC7686C98CD3}" destId="{7971F290-B93B-4BF0-B539-F0B06ACE5EB6}" srcOrd="0" destOrd="0" presId="urn:microsoft.com/office/officeart/2018/2/layout/IconCircleList"/>
    <dgm:cxn modelId="{D2E13C83-5E38-493F-9252-E2BC0280456D}" type="presParOf" srcId="{1280F042-556E-4DE0-9445-FC7686C98CD3}" destId="{C11D2C10-38FA-4FC4-B33C-89D69AD6D459}" srcOrd="1" destOrd="0" presId="urn:microsoft.com/office/officeart/2018/2/layout/IconCircleList"/>
    <dgm:cxn modelId="{FE3C22B6-077E-4ABC-9349-8F881234224C}" type="presParOf" srcId="{1280F042-556E-4DE0-9445-FC7686C98CD3}" destId="{E0D92BC2-F61A-4023-BB2A-4024A4839AA9}" srcOrd="2" destOrd="0" presId="urn:microsoft.com/office/officeart/2018/2/layout/IconCircleList"/>
    <dgm:cxn modelId="{7EAD9A84-7A96-4572-BEFC-60D6CA056E95}" type="presParOf" srcId="{1280F042-556E-4DE0-9445-FC7686C98CD3}" destId="{231DFF5B-B6D0-4028-BA1C-1DD718EFFBA6}" srcOrd="3" destOrd="0" presId="urn:microsoft.com/office/officeart/2018/2/layout/IconCircleList"/>
    <dgm:cxn modelId="{B9F8AD54-A875-4894-A1F6-CCF4982E40D0}" type="presParOf" srcId="{7D2219E3-A5EB-4F4B-933D-A6B0475506B9}" destId="{BAF561D4-0A8D-4BF7-BDC2-F2E769AD6329}" srcOrd="3" destOrd="0" presId="urn:microsoft.com/office/officeart/2018/2/layout/IconCircleList"/>
    <dgm:cxn modelId="{976105C4-E80A-4C2C-86EE-4A776E3F8073}" type="presParOf" srcId="{7D2219E3-A5EB-4F4B-933D-A6B0475506B9}" destId="{54950A53-D08A-4932-AED0-89E4B50D7245}" srcOrd="4" destOrd="0" presId="urn:microsoft.com/office/officeart/2018/2/layout/IconCircleList"/>
    <dgm:cxn modelId="{7CDB4840-A851-43FD-88C7-6CC77C55ABE6}" type="presParOf" srcId="{54950A53-D08A-4932-AED0-89E4B50D7245}" destId="{F4A0328E-99AE-4CDB-94CC-70BD932C3AA3}" srcOrd="0" destOrd="0" presId="urn:microsoft.com/office/officeart/2018/2/layout/IconCircleList"/>
    <dgm:cxn modelId="{884F8398-DC6C-437A-BDF5-AF75413ED3CC}" type="presParOf" srcId="{54950A53-D08A-4932-AED0-89E4B50D7245}" destId="{9218A0A2-0177-44F0-BCA3-113219239BC1}" srcOrd="1" destOrd="0" presId="urn:microsoft.com/office/officeart/2018/2/layout/IconCircleList"/>
    <dgm:cxn modelId="{B0685B67-9F1F-4340-A014-67F210D5852D}" type="presParOf" srcId="{54950A53-D08A-4932-AED0-89E4B50D7245}" destId="{99D318B4-2CB3-417F-8C4D-40E45D6B3B7E}" srcOrd="2" destOrd="0" presId="urn:microsoft.com/office/officeart/2018/2/layout/IconCircleList"/>
    <dgm:cxn modelId="{351C3A15-D823-4796-93F9-4339CC22188F}" type="presParOf" srcId="{54950A53-D08A-4932-AED0-89E4B50D7245}" destId="{6F4E52B0-22F3-4DB2-9BD2-718C7B57C9AF}" srcOrd="3" destOrd="0" presId="urn:microsoft.com/office/officeart/2018/2/layout/IconCircleList"/>
    <dgm:cxn modelId="{58944AA8-8F00-4E74-9911-89D04DDF4387}" type="presParOf" srcId="{7D2219E3-A5EB-4F4B-933D-A6B0475506B9}" destId="{8D315F15-E216-4231-AA47-2FEA5682C1AE}" srcOrd="5" destOrd="0" presId="urn:microsoft.com/office/officeart/2018/2/layout/IconCircleList"/>
    <dgm:cxn modelId="{A08114CE-75FE-4984-AD04-A721A11589B0}" type="presParOf" srcId="{7D2219E3-A5EB-4F4B-933D-A6B0475506B9}" destId="{C88CD5CD-2A04-4DB0-B3E3-665DD845D8A8}" srcOrd="6" destOrd="0" presId="urn:microsoft.com/office/officeart/2018/2/layout/IconCircleList"/>
    <dgm:cxn modelId="{D607E095-23F5-457B-A286-91EFD5B02D94}" type="presParOf" srcId="{C88CD5CD-2A04-4DB0-B3E3-665DD845D8A8}" destId="{061DE18C-BB5D-4F00-AE63-0B71F8EAD8C2}" srcOrd="0" destOrd="0" presId="urn:microsoft.com/office/officeart/2018/2/layout/IconCircleList"/>
    <dgm:cxn modelId="{22BE33AC-681A-4791-8230-D05EEEE94A5A}" type="presParOf" srcId="{C88CD5CD-2A04-4DB0-B3E3-665DD845D8A8}" destId="{754D856C-FC01-4DBC-9500-F56699756A1A}" srcOrd="1" destOrd="0" presId="urn:microsoft.com/office/officeart/2018/2/layout/IconCircleList"/>
    <dgm:cxn modelId="{F0A57C14-A4FA-4655-98F3-361AF145A92B}" type="presParOf" srcId="{C88CD5CD-2A04-4DB0-B3E3-665DD845D8A8}" destId="{07BEBC0F-2019-47EE-8FE7-76C6E705D5EA}" srcOrd="2" destOrd="0" presId="urn:microsoft.com/office/officeart/2018/2/layout/IconCircleList"/>
    <dgm:cxn modelId="{4114CC75-32BD-4473-AE7C-E729A41384F2}" type="presParOf" srcId="{C88CD5CD-2A04-4DB0-B3E3-665DD845D8A8}" destId="{70FEC5EE-80F9-4F21-B0AD-04B76F66203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EA110-A939-4DAC-AB6C-A74F220924C2}">
      <dsp:nvSpPr>
        <dsp:cNvPr id="0" name=""/>
        <dsp:cNvSpPr/>
      </dsp:nvSpPr>
      <dsp:spPr>
        <a:xfrm>
          <a:off x="0" y="614"/>
          <a:ext cx="6132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8C03E-C0A4-491C-8195-CE17997D0E1F}">
      <dsp:nvSpPr>
        <dsp:cNvPr id="0" name=""/>
        <dsp:cNvSpPr/>
      </dsp:nvSpPr>
      <dsp:spPr>
        <a:xfrm>
          <a:off x="0" y="614"/>
          <a:ext cx="6132236" cy="71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i="1" kern="1200">
              <a:latin typeface="Sitka Banner"/>
            </a:rPr>
            <a:t>¿Quiénes somos?</a:t>
          </a:r>
          <a:endParaRPr lang="en-US" sz="3200" kern="1200">
            <a:latin typeface="Sitka Banner"/>
          </a:endParaRPr>
        </a:p>
      </dsp:txBody>
      <dsp:txXfrm>
        <a:off x="0" y="614"/>
        <a:ext cx="6132236" cy="719105"/>
      </dsp:txXfrm>
    </dsp:sp>
    <dsp:sp modelId="{F4ADE390-B021-4FC1-88F3-C9E7582AAB09}">
      <dsp:nvSpPr>
        <dsp:cNvPr id="0" name=""/>
        <dsp:cNvSpPr/>
      </dsp:nvSpPr>
      <dsp:spPr>
        <a:xfrm>
          <a:off x="0" y="719719"/>
          <a:ext cx="61322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E53AD-1EA7-4680-B6C9-8112B5ED92B8}">
      <dsp:nvSpPr>
        <dsp:cNvPr id="0" name=""/>
        <dsp:cNvSpPr/>
      </dsp:nvSpPr>
      <dsp:spPr>
        <a:xfrm>
          <a:off x="0" y="719719"/>
          <a:ext cx="6132236" cy="71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i="1" kern="1200">
              <a:latin typeface="Sitka Banner"/>
            </a:rPr>
            <a:t>Roles del equipo</a:t>
          </a:r>
          <a:endParaRPr lang="en-US" sz="3200" kern="1200">
            <a:latin typeface="Sitka Banner"/>
          </a:endParaRPr>
        </a:p>
      </dsp:txBody>
      <dsp:txXfrm>
        <a:off x="0" y="719719"/>
        <a:ext cx="6132236" cy="719105"/>
      </dsp:txXfrm>
    </dsp:sp>
    <dsp:sp modelId="{FA50AB82-69EA-46B9-89C0-9FE860DC43ED}">
      <dsp:nvSpPr>
        <dsp:cNvPr id="0" name=""/>
        <dsp:cNvSpPr/>
      </dsp:nvSpPr>
      <dsp:spPr>
        <a:xfrm>
          <a:off x="0" y="1438825"/>
          <a:ext cx="613223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85E10-770C-488E-A742-CD0B40F0E55A}">
      <dsp:nvSpPr>
        <dsp:cNvPr id="0" name=""/>
        <dsp:cNvSpPr/>
      </dsp:nvSpPr>
      <dsp:spPr>
        <a:xfrm>
          <a:off x="0" y="1438825"/>
          <a:ext cx="6132236" cy="71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i="1" kern="1200">
              <a:latin typeface="Sitka Banner"/>
            </a:rPr>
            <a:t>Motivación del proyecto</a:t>
          </a:r>
          <a:endParaRPr lang="en-US" sz="3200" kern="1200">
            <a:latin typeface="Sitka Banner"/>
          </a:endParaRPr>
        </a:p>
      </dsp:txBody>
      <dsp:txXfrm>
        <a:off x="0" y="1438825"/>
        <a:ext cx="6132236" cy="719105"/>
      </dsp:txXfrm>
    </dsp:sp>
    <dsp:sp modelId="{CC22DC90-BA5E-43DA-B03D-4AC150DB1532}">
      <dsp:nvSpPr>
        <dsp:cNvPr id="0" name=""/>
        <dsp:cNvSpPr/>
      </dsp:nvSpPr>
      <dsp:spPr>
        <a:xfrm>
          <a:off x="0" y="2157930"/>
          <a:ext cx="613223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A32A8-AADB-4C1C-8B30-30892235FD84}">
      <dsp:nvSpPr>
        <dsp:cNvPr id="0" name=""/>
        <dsp:cNvSpPr/>
      </dsp:nvSpPr>
      <dsp:spPr>
        <a:xfrm>
          <a:off x="0" y="2157930"/>
          <a:ext cx="6132236" cy="71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i="1" kern="1200">
              <a:latin typeface="Sitka Banner"/>
            </a:rPr>
            <a:t>¿Es útil y viable?</a:t>
          </a:r>
          <a:endParaRPr lang="en-US" sz="3200" kern="1200">
            <a:latin typeface="Sitka Banner"/>
          </a:endParaRPr>
        </a:p>
      </dsp:txBody>
      <dsp:txXfrm>
        <a:off x="0" y="2157930"/>
        <a:ext cx="6132236" cy="719105"/>
      </dsp:txXfrm>
    </dsp:sp>
    <dsp:sp modelId="{AAA4FFFA-4B03-42D7-AD3A-9EE74B5461B1}">
      <dsp:nvSpPr>
        <dsp:cNvPr id="0" name=""/>
        <dsp:cNvSpPr/>
      </dsp:nvSpPr>
      <dsp:spPr>
        <a:xfrm>
          <a:off x="0" y="2877035"/>
          <a:ext cx="613223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EDC1D-14E7-46BD-955A-EB12E81253E3}">
      <dsp:nvSpPr>
        <dsp:cNvPr id="0" name=""/>
        <dsp:cNvSpPr/>
      </dsp:nvSpPr>
      <dsp:spPr>
        <a:xfrm>
          <a:off x="0" y="2877035"/>
          <a:ext cx="6132236" cy="71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i="1" kern="1200">
              <a:latin typeface="Sitka Banner"/>
            </a:rPr>
            <a:t>Descripción general</a:t>
          </a:r>
          <a:endParaRPr lang="en-US" sz="3200" kern="1200">
            <a:latin typeface="Sitka Banner"/>
          </a:endParaRPr>
        </a:p>
      </dsp:txBody>
      <dsp:txXfrm>
        <a:off x="0" y="2877035"/>
        <a:ext cx="6132236" cy="719105"/>
      </dsp:txXfrm>
    </dsp:sp>
    <dsp:sp modelId="{5672E67C-547C-44C8-8639-8B687197CF8F}">
      <dsp:nvSpPr>
        <dsp:cNvPr id="0" name=""/>
        <dsp:cNvSpPr/>
      </dsp:nvSpPr>
      <dsp:spPr>
        <a:xfrm>
          <a:off x="0" y="3596140"/>
          <a:ext cx="6132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4F64C-CC76-4C71-A6AC-60BE5200BAC9}">
      <dsp:nvSpPr>
        <dsp:cNvPr id="0" name=""/>
        <dsp:cNvSpPr/>
      </dsp:nvSpPr>
      <dsp:spPr>
        <a:xfrm>
          <a:off x="0" y="3596140"/>
          <a:ext cx="6132236" cy="71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i="1" kern="1200">
              <a:latin typeface="Sitka Banner"/>
            </a:rPr>
            <a:t>Objetivos del proyecto</a:t>
          </a:r>
          <a:endParaRPr lang="en-US" sz="3200" kern="1200">
            <a:latin typeface="Sitka Banner"/>
          </a:endParaRPr>
        </a:p>
      </dsp:txBody>
      <dsp:txXfrm>
        <a:off x="0" y="3596140"/>
        <a:ext cx="6132236" cy="719105"/>
      </dsp:txXfrm>
    </dsp:sp>
    <dsp:sp modelId="{B3C5E073-95DE-4BD0-826D-3B3DB7489A9F}">
      <dsp:nvSpPr>
        <dsp:cNvPr id="0" name=""/>
        <dsp:cNvSpPr/>
      </dsp:nvSpPr>
      <dsp:spPr>
        <a:xfrm>
          <a:off x="0" y="4315246"/>
          <a:ext cx="61322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FD52F-C9B3-467D-AFC8-DDC7EE8BB6A2}">
      <dsp:nvSpPr>
        <dsp:cNvPr id="0" name=""/>
        <dsp:cNvSpPr/>
      </dsp:nvSpPr>
      <dsp:spPr>
        <a:xfrm>
          <a:off x="0" y="4315246"/>
          <a:ext cx="6132236" cy="719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i="1" kern="1200">
              <a:latin typeface="Sitka Banner"/>
            </a:rPr>
            <a:t>Un proyecto con gran impacto</a:t>
          </a:r>
          <a:endParaRPr lang="es-ES" sz="3200" kern="1200"/>
        </a:p>
      </dsp:txBody>
      <dsp:txXfrm>
        <a:off x="0" y="4315246"/>
        <a:ext cx="6132236" cy="7191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7D6B6-07C5-441F-8D6B-CEA17E83A19B}">
      <dsp:nvSpPr>
        <dsp:cNvPr id="0" name=""/>
        <dsp:cNvSpPr/>
      </dsp:nvSpPr>
      <dsp:spPr>
        <a:xfrm>
          <a:off x="0" y="614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BF406-4583-4F95-9D24-3B5545E452CC}">
      <dsp:nvSpPr>
        <dsp:cNvPr id="0" name=""/>
        <dsp:cNvSpPr/>
      </dsp:nvSpPr>
      <dsp:spPr>
        <a:xfrm>
          <a:off x="0" y="614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¿Qué puede hacer un usuario con </a:t>
          </a:r>
          <a:r>
            <a:rPr lang="es-ES" sz="2400" i="0" kern="1200" err="1">
              <a:latin typeface="Calibri"/>
              <a:ea typeface="Calibri"/>
              <a:cs typeface="Calibri"/>
            </a:rPr>
            <a:t>Infodeporte</a:t>
          </a:r>
          <a:r>
            <a:rPr lang="es-ES" sz="2400" i="0" kern="1200">
              <a:latin typeface="Calibri"/>
              <a:ea typeface="Calibri"/>
              <a:cs typeface="Calibri"/>
            </a:rPr>
            <a:t>?</a:t>
          </a:r>
        </a:p>
      </dsp:txBody>
      <dsp:txXfrm>
        <a:off x="0" y="614"/>
        <a:ext cx="6132236" cy="559304"/>
      </dsp:txXfrm>
    </dsp:sp>
    <dsp:sp modelId="{45C2AD63-8F21-4A4A-A4AE-088F2865AB42}">
      <dsp:nvSpPr>
        <dsp:cNvPr id="0" name=""/>
        <dsp:cNvSpPr/>
      </dsp:nvSpPr>
      <dsp:spPr>
        <a:xfrm>
          <a:off x="0" y="559918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78C52-4FE6-4039-ACFF-25C25F5BB63A}">
      <dsp:nvSpPr>
        <dsp:cNvPr id="0" name=""/>
        <dsp:cNvSpPr/>
      </dsp:nvSpPr>
      <dsp:spPr>
        <a:xfrm>
          <a:off x="0" y="559918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De la idea al diseño</a:t>
          </a:r>
          <a:endParaRPr lang="en-US" sz="2400" i="0" kern="1200">
            <a:latin typeface="Calibri"/>
            <a:ea typeface="Calibri"/>
            <a:cs typeface="Calibri"/>
          </a:endParaRPr>
        </a:p>
      </dsp:txBody>
      <dsp:txXfrm>
        <a:off x="0" y="559918"/>
        <a:ext cx="6132236" cy="559304"/>
      </dsp:txXfrm>
    </dsp:sp>
    <dsp:sp modelId="{8A12E1EA-DA8A-40D3-8B38-086F4406A17C}">
      <dsp:nvSpPr>
        <dsp:cNvPr id="0" name=""/>
        <dsp:cNvSpPr/>
      </dsp:nvSpPr>
      <dsp:spPr>
        <a:xfrm>
          <a:off x="0" y="1119222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5F370-48E1-42B0-8BDA-5AF42E5639B5}">
      <dsp:nvSpPr>
        <dsp:cNvPr id="0" name=""/>
        <dsp:cNvSpPr/>
      </dsp:nvSpPr>
      <dsp:spPr>
        <a:xfrm>
          <a:off x="0" y="1119222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Arquitectura y diseño técnico</a:t>
          </a:r>
          <a:endParaRPr lang="en-US" sz="2400" kern="1200">
            <a:latin typeface="Calibri"/>
            <a:ea typeface="Calibri"/>
            <a:cs typeface="Calibri"/>
          </a:endParaRPr>
        </a:p>
      </dsp:txBody>
      <dsp:txXfrm>
        <a:off x="0" y="1119222"/>
        <a:ext cx="6132236" cy="559304"/>
      </dsp:txXfrm>
    </dsp:sp>
    <dsp:sp modelId="{7AE990CA-A04A-47F2-9DDE-D9517D291463}">
      <dsp:nvSpPr>
        <dsp:cNvPr id="0" name=""/>
        <dsp:cNvSpPr/>
      </dsp:nvSpPr>
      <dsp:spPr>
        <a:xfrm>
          <a:off x="0" y="1678526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96DCB-C253-418D-B330-2A71A797685E}">
      <dsp:nvSpPr>
        <dsp:cNvPr id="0" name=""/>
        <dsp:cNvSpPr/>
      </dsp:nvSpPr>
      <dsp:spPr>
        <a:xfrm>
          <a:off x="0" y="1678526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Estructura del proyecto</a:t>
          </a:r>
          <a:endParaRPr lang="en-US" sz="2400" i="0" kern="1200">
            <a:latin typeface="Calibri"/>
            <a:ea typeface="Calibri"/>
            <a:cs typeface="Calibri"/>
          </a:endParaRPr>
        </a:p>
      </dsp:txBody>
      <dsp:txXfrm>
        <a:off x="0" y="1678526"/>
        <a:ext cx="6132236" cy="559304"/>
      </dsp:txXfrm>
    </dsp:sp>
    <dsp:sp modelId="{DA7C74BE-E96E-42C5-BA21-7A9383358952}">
      <dsp:nvSpPr>
        <dsp:cNvPr id="0" name=""/>
        <dsp:cNvSpPr/>
      </dsp:nvSpPr>
      <dsp:spPr>
        <a:xfrm>
          <a:off x="0" y="2237830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3B49B-F27A-4634-8D2F-2EADD855B8F7}">
      <dsp:nvSpPr>
        <dsp:cNvPr id="0" name=""/>
        <dsp:cNvSpPr/>
      </dsp:nvSpPr>
      <dsp:spPr>
        <a:xfrm>
          <a:off x="0" y="2237830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Tecnologías usadas</a:t>
          </a:r>
          <a:endParaRPr lang="en-US" sz="2400" i="0" kern="1200">
            <a:latin typeface="Calibri"/>
            <a:ea typeface="Calibri"/>
            <a:cs typeface="Calibri"/>
          </a:endParaRPr>
        </a:p>
      </dsp:txBody>
      <dsp:txXfrm>
        <a:off x="0" y="2237830"/>
        <a:ext cx="6132236" cy="559304"/>
      </dsp:txXfrm>
    </dsp:sp>
    <dsp:sp modelId="{BED95158-AC84-4F70-B9EF-0FCDA38C150E}">
      <dsp:nvSpPr>
        <dsp:cNvPr id="0" name=""/>
        <dsp:cNvSpPr/>
      </dsp:nvSpPr>
      <dsp:spPr>
        <a:xfrm>
          <a:off x="0" y="2797135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07825-C461-43F8-8982-CF07B0DD02E9}">
      <dsp:nvSpPr>
        <dsp:cNvPr id="0" name=""/>
        <dsp:cNvSpPr/>
      </dsp:nvSpPr>
      <dsp:spPr>
        <a:xfrm>
          <a:off x="0" y="2797135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Retos técnicos y soluciones</a:t>
          </a:r>
          <a:endParaRPr lang="en-US" sz="2400" kern="1200">
            <a:latin typeface="Calibri"/>
            <a:ea typeface="Calibri"/>
            <a:cs typeface="Calibri"/>
          </a:endParaRPr>
        </a:p>
      </dsp:txBody>
      <dsp:txXfrm>
        <a:off x="0" y="2797135"/>
        <a:ext cx="6132236" cy="559304"/>
      </dsp:txXfrm>
    </dsp:sp>
    <dsp:sp modelId="{C56DE15A-4A34-4CE3-8202-C46947EBFF43}">
      <dsp:nvSpPr>
        <dsp:cNvPr id="0" name=""/>
        <dsp:cNvSpPr/>
      </dsp:nvSpPr>
      <dsp:spPr>
        <a:xfrm>
          <a:off x="0" y="3356439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A8074-A150-4126-B7A5-99668E42FFD0}">
      <dsp:nvSpPr>
        <dsp:cNvPr id="0" name=""/>
        <dsp:cNvSpPr/>
      </dsp:nvSpPr>
      <dsp:spPr>
        <a:xfrm>
          <a:off x="0" y="3356439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Futuras mejoras</a:t>
          </a:r>
          <a:endParaRPr lang="en-US" sz="2400" kern="1200">
            <a:latin typeface="Calibri"/>
            <a:ea typeface="Calibri"/>
            <a:cs typeface="Calibri"/>
          </a:endParaRPr>
        </a:p>
      </dsp:txBody>
      <dsp:txXfrm>
        <a:off x="0" y="3356439"/>
        <a:ext cx="6132236" cy="559304"/>
      </dsp:txXfrm>
    </dsp:sp>
    <dsp:sp modelId="{CF78D037-E60F-4DA8-AAC7-F2802AF193D6}">
      <dsp:nvSpPr>
        <dsp:cNvPr id="0" name=""/>
        <dsp:cNvSpPr/>
      </dsp:nvSpPr>
      <dsp:spPr>
        <a:xfrm>
          <a:off x="0" y="3915743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5ABF5-0704-43A7-BE27-8B8B079CDB93}">
      <dsp:nvSpPr>
        <dsp:cNvPr id="0" name=""/>
        <dsp:cNvSpPr/>
      </dsp:nvSpPr>
      <dsp:spPr>
        <a:xfrm>
          <a:off x="0" y="3915743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¿Quieres probarlo tú mismo?</a:t>
          </a:r>
          <a:endParaRPr lang="es-ES" sz="2400" kern="1200">
            <a:latin typeface="Calibri"/>
            <a:ea typeface="Calibri"/>
            <a:cs typeface="Calibri"/>
          </a:endParaRPr>
        </a:p>
      </dsp:txBody>
      <dsp:txXfrm>
        <a:off x="0" y="3915743"/>
        <a:ext cx="6132236" cy="559304"/>
      </dsp:txXfrm>
    </dsp:sp>
    <dsp:sp modelId="{38959385-ACFB-4E0C-9778-810B5156D283}">
      <dsp:nvSpPr>
        <dsp:cNvPr id="0" name=""/>
        <dsp:cNvSpPr/>
      </dsp:nvSpPr>
      <dsp:spPr>
        <a:xfrm>
          <a:off x="0" y="4475047"/>
          <a:ext cx="613223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253E6-0B7E-42EC-9EBC-5B6F78E910E0}">
      <dsp:nvSpPr>
        <dsp:cNvPr id="0" name=""/>
        <dsp:cNvSpPr/>
      </dsp:nvSpPr>
      <dsp:spPr>
        <a:xfrm>
          <a:off x="0" y="4475047"/>
          <a:ext cx="6132236" cy="55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i="0" kern="1200">
              <a:latin typeface="Calibri"/>
              <a:ea typeface="Calibri"/>
              <a:cs typeface="Calibri"/>
            </a:rPr>
            <a:t>Conclusión</a:t>
          </a:r>
          <a:endParaRPr lang="es-ES" sz="2400" kern="1200"/>
        </a:p>
      </dsp:txBody>
      <dsp:txXfrm>
        <a:off x="0" y="4475047"/>
        <a:ext cx="6132236" cy="5593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DF418-C611-45DD-BF81-47C0F826730B}">
      <dsp:nvSpPr>
        <dsp:cNvPr id="0" name=""/>
        <dsp:cNvSpPr/>
      </dsp:nvSpPr>
      <dsp:spPr>
        <a:xfrm>
          <a:off x="0" y="1526"/>
          <a:ext cx="5609230" cy="6506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4C76-8C4D-4259-BA74-18A9BE34C4B9}">
      <dsp:nvSpPr>
        <dsp:cNvPr id="0" name=""/>
        <dsp:cNvSpPr/>
      </dsp:nvSpPr>
      <dsp:spPr>
        <a:xfrm>
          <a:off x="196823" y="147924"/>
          <a:ext cx="357860" cy="3578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01666-028C-4FC7-A5EC-EA6A6E784550}">
      <dsp:nvSpPr>
        <dsp:cNvPr id="0" name=""/>
        <dsp:cNvSpPr/>
      </dsp:nvSpPr>
      <dsp:spPr>
        <a:xfrm>
          <a:off x="751507" y="1526"/>
          <a:ext cx="4857722" cy="650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61" tIns="68861" rIns="68861" bIns="6886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Acceso rápido a información deportiva desde Telegram</a:t>
          </a:r>
          <a:endParaRPr lang="en-US" sz="1800" kern="1200"/>
        </a:p>
      </dsp:txBody>
      <dsp:txXfrm>
        <a:off x="751507" y="1526"/>
        <a:ext cx="4857722" cy="650655"/>
      </dsp:txXfrm>
    </dsp:sp>
    <dsp:sp modelId="{B638A5D2-BE71-4365-A523-0057103850CA}">
      <dsp:nvSpPr>
        <dsp:cNvPr id="0" name=""/>
        <dsp:cNvSpPr/>
      </dsp:nvSpPr>
      <dsp:spPr>
        <a:xfrm>
          <a:off x="0" y="814846"/>
          <a:ext cx="5609230" cy="6506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E0B71-55D4-4F2A-9DCE-CB3C55216079}">
      <dsp:nvSpPr>
        <dsp:cNvPr id="0" name=""/>
        <dsp:cNvSpPr/>
      </dsp:nvSpPr>
      <dsp:spPr>
        <a:xfrm>
          <a:off x="196823" y="961244"/>
          <a:ext cx="357860" cy="3578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D0F1E-CE15-411B-B5B3-80A16FD22E81}">
      <dsp:nvSpPr>
        <dsp:cNvPr id="0" name=""/>
        <dsp:cNvSpPr/>
      </dsp:nvSpPr>
      <dsp:spPr>
        <a:xfrm>
          <a:off x="751507" y="814846"/>
          <a:ext cx="4857722" cy="650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61" tIns="68861" rIns="68861" bIns="6886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Ideal para aficionados que siguen múltiples deportes</a:t>
          </a:r>
          <a:endParaRPr lang="en-US" sz="1800" kern="1200"/>
        </a:p>
      </dsp:txBody>
      <dsp:txXfrm>
        <a:off x="751507" y="814846"/>
        <a:ext cx="4857722" cy="650655"/>
      </dsp:txXfrm>
    </dsp:sp>
    <dsp:sp modelId="{5FBF4C14-E87F-4A0F-A57A-13735E9D8502}">
      <dsp:nvSpPr>
        <dsp:cNvPr id="0" name=""/>
        <dsp:cNvSpPr/>
      </dsp:nvSpPr>
      <dsp:spPr>
        <a:xfrm>
          <a:off x="0" y="1628166"/>
          <a:ext cx="5609230" cy="6506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DAB9A-EFBD-4F4A-958D-F6102FBFAFAA}">
      <dsp:nvSpPr>
        <dsp:cNvPr id="0" name=""/>
        <dsp:cNvSpPr/>
      </dsp:nvSpPr>
      <dsp:spPr>
        <a:xfrm>
          <a:off x="196823" y="1774563"/>
          <a:ext cx="357860" cy="3578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BE7ED-E1F9-4C92-A983-A2D2ACF4DD21}">
      <dsp:nvSpPr>
        <dsp:cNvPr id="0" name=""/>
        <dsp:cNvSpPr/>
      </dsp:nvSpPr>
      <dsp:spPr>
        <a:xfrm>
          <a:off x="751507" y="1628166"/>
          <a:ext cx="4857722" cy="650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61" tIns="68861" rIns="68861" bIns="6886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Centraliza resultados, estadísticas y noticias en un solo lugar</a:t>
          </a:r>
          <a:endParaRPr lang="en-US" sz="1800" kern="1200"/>
        </a:p>
      </dsp:txBody>
      <dsp:txXfrm>
        <a:off x="751507" y="1628166"/>
        <a:ext cx="4857722" cy="650655"/>
      </dsp:txXfrm>
    </dsp:sp>
    <dsp:sp modelId="{756B0C10-F33D-4D6C-B9E2-A78DD7093243}">
      <dsp:nvSpPr>
        <dsp:cNvPr id="0" name=""/>
        <dsp:cNvSpPr/>
      </dsp:nvSpPr>
      <dsp:spPr>
        <a:xfrm>
          <a:off x="0" y="2441485"/>
          <a:ext cx="5609230" cy="6506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E9672-58D3-445D-A180-0CF00ABA046B}">
      <dsp:nvSpPr>
        <dsp:cNvPr id="0" name=""/>
        <dsp:cNvSpPr/>
      </dsp:nvSpPr>
      <dsp:spPr>
        <a:xfrm>
          <a:off x="196823" y="2587883"/>
          <a:ext cx="357860" cy="3578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F5351-C265-4A7A-8806-EA638C2E5FCC}">
      <dsp:nvSpPr>
        <dsp:cNvPr id="0" name=""/>
        <dsp:cNvSpPr/>
      </dsp:nvSpPr>
      <dsp:spPr>
        <a:xfrm>
          <a:off x="751507" y="2441485"/>
          <a:ext cx="4857722" cy="650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61" tIns="68861" rIns="68861" bIns="6886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Desarrollo funcional ya implementado</a:t>
          </a:r>
          <a:endParaRPr lang="en-US" sz="1800" kern="1200"/>
        </a:p>
      </dsp:txBody>
      <dsp:txXfrm>
        <a:off x="751507" y="2441485"/>
        <a:ext cx="4857722" cy="650655"/>
      </dsp:txXfrm>
    </dsp:sp>
    <dsp:sp modelId="{7BDD101A-5198-427A-99CD-345B92E87F8D}">
      <dsp:nvSpPr>
        <dsp:cNvPr id="0" name=""/>
        <dsp:cNvSpPr/>
      </dsp:nvSpPr>
      <dsp:spPr>
        <a:xfrm>
          <a:off x="0" y="3254805"/>
          <a:ext cx="5609230" cy="6506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33155-A8F7-4281-812D-5265718B1155}">
      <dsp:nvSpPr>
        <dsp:cNvPr id="0" name=""/>
        <dsp:cNvSpPr/>
      </dsp:nvSpPr>
      <dsp:spPr>
        <a:xfrm>
          <a:off x="196823" y="3401203"/>
          <a:ext cx="357860" cy="3578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84999-53A6-49E5-AAEB-D38EC466A0B0}">
      <dsp:nvSpPr>
        <dsp:cNvPr id="0" name=""/>
        <dsp:cNvSpPr/>
      </dsp:nvSpPr>
      <dsp:spPr>
        <a:xfrm>
          <a:off x="751507" y="3254805"/>
          <a:ext cx="4857722" cy="650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61" tIns="68861" rIns="68861" bIns="6886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Bajo coste de mantenimiento (uso de APIs gratuitas y servicios escalables)</a:t>
          </a:r>
          <a:endParaRPr lang="en-US" sz="1800" kern="1200"/>
        </a:p>
      </dsp:txBody>
      <dsp:txXfrm>
        <a:off x="751507" y="3254805"/>
        <a:ext cx="4857722" cy="650655"/>
      </dsp:txXfrm>
    </dsp:sp>
    <dsp:sp modelId="{6433A219-39DD-4D64-8C28-A49707903DB7}">
      <dsp:nvSpPr>
        <dsp:cNvPr id="0" name=""/>
        <dsp:cNvSpPr/>
      </dsp:nvSpPr>
      <dsp:spPr>
        <a:xfrm>
          <a:off x="0" y="4068125"/>
          <a:ext cx="5609230" cy="6506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9ED4B-74A1-4368-A92F-CD845DA4ADB1}">
      <dsp:nvSpPr>
        <dsp:cNvPr id="0" name=""/>
        <dsp:cNvSpPr/>
      </dsp:nvSpPr>
      <dsp:spPr>
        <a:xfrm>
          <a:off x="196823" y="4214522"/>
          <a:ext cx="357860" cy="3578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5A776-DE47-408F-8E47-54960B196F44}">
      <dsp:nvSpPr>
        <dsp:cNvPr id="0" name=""/>
        <dsp:cNvSpPr/>
      </dsp:nvSpPr>
      <dsp:spPr>
        <a:xfrm>
          <a:off x="751507" y="4068125"/>
          <a:ext cx="4857722" cy="650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61" tIns="68861" rIns="68861" bIns="6886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Compatible con plataformas móviles y fácil de usar</a:t>
          </a:r>
          <a:endParaRPr lang="en-US" sz="1800" kern="1200"/>
        </a:p>
      </dsp:txBody>
      <dsp:txXfrm>
        <a:off x="751507" y="4068125"/>
        <a:ext cx="4857722" cy="6506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0175A-77FE-4293-A8C2-C922A6828373}">
      <dsp:nvSpPr>
        <dsp:cNvPr id="0" name=""/>
        <dsp:cNvSpPr/>
      </dsp:nvSpPr>
      <dsp:spPr>
        <a:xfrm>
          <a:off x="1300090" y="114"/>
          <a:ext cx="1028302" cy="102830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717F1-4F4B-4077-843B-65D292AEC236}">
      <dsp:nvSpPr>
        <dsp:cNvPr id="0" name=""/>
        <dsp:cNvSpPr/>
      </dsp:nvSpPr>
      <dsp:spPr>
        <a:xfrm>
          <a:off x="1519236" y="219261"/>
          <a:ext cx="590009" cy="5900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4FAE5-F1FD-469A-94B5-CB060D72180D}">
      <dsp:nvSpPr>
        <dsp:cNvPr id="0" name=""/>
        <dsp:cNvSpPr/>
      </dsp:nvSpPr>
      <dsp:spPr>
        <a:xfrm>
          <a:off x="971370" y="1348708"/>
          <a:ext cx="1685742" cy="80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Proporcionar información deportiva actualizada y precisa a través de un bot de Telegram.</a:t>
          </a:r>
          <a:endParaRPr lang="es-ES" sz="1100" kern="1200">
            <a:latin typeface="Sitka Banner"/>
          </a:endParaRPr>
        </a:p>
      </dsp:txBody>
      <dsp:txXfrm>
        <a:off x="971370" y="1348708"/>
        <a:ext cx="1685742" cy="800727"/>
      </dsp:txXfrm>
    </dsp:sp>
    <dsp:sp modelId="{098D5379-C07C-44DE-BF1D-901737C55F86}">
      <dsp:nvSpPr>
        <dsp:cNvPr id="0" name=""/>
        <dsp:cNvSpPr/>
      </dsp:nvSpPr>
      <dsp:spPr>
        <a:xfrm>
          <a:off x="3280837" y="114"/>
          <a:ext cx="1028302" cy="102830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1635AC-8F42-44E8-836C-D553D53DAE35}">
      <dsp:nvSpPr>
        <dsp:cNvPr id="0" name=""/>
        <dsp:cNvSpPr/>
      </dsp:nvSpPr>
      <dsp:spPr>
        <a:xfrm>
          <a:off x="3499983" y="219261"/>
          <a:ext cx="590009" cy="590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3E674-DE2E-450E-99B0-28FFD08C015D}">
      <dsp:nvSpPr>
        <dsp:cNvPr id="0" name=""/>
        <dsp:cNvSpPr/>
      </dsp:nvSpPr>
      <dsp:spPr>
        <a:xfrm>
          <a:off x="2952117" y="1348708"/>
          <a:ext cx="1685742" cy="80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Facilitar el acceso a datos deportivos mediante la integración con una API especializada. </a:t>
          </a:r>
        </a:p>
      </dsp:txBody>
      <dsp:txXfrm>
        <a:off x="2952117" y="1348708"/>
        <a:ext cx="1685742" cy="800727"/>
      </dsp:txXfrm>
    </dsp:sp>
    <dsp:sp modelId="{538A48B8-0498-42D4-9F7B-247683DB01C9}">
      <dsp:nvSpPr>
        <dsp:cNvPr id="0" name=""/>
        <dsp:cNvSpPr/>
      </dsp:nvSpPr>
      <dsp:spPr>
        <a:xfrm>
          <a:off x="1300090" y="2570871"/>
          <a:ext cx="1028302" cy="102830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B4275-F9E6-49D7-A9B0-21C12B52DA01}">
      <dsp:nvSpPr>
        <dsp:cNvPr id="0" name=""/>
        <dsp:cNvSpPr/>
      </dsp:nvSpPr>
      <dsp:spPr>
        <a:xfrm>
          <a:off x="1519236" y="2790018"/>
          <a:ext cx="590009" cy="5900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7C4F4-59F2-4A24-919F-44354E29A52F}">
      <dsp:nvSpPr>
        <dsp:cNvPr id="0" name=""/>
        <dsp:cNvSpPr/>
      </dsp:nvSpPr>
      <dsp:spPr>
        <a:xfrm>
          <a:off x="971370" y="3919465"/>
          <a:ext cx="1685742" cy="80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 Ofrecer una experiencia de usuario intuitiva tanto en el bot como en la interfaz web.</a:t>
          </a:r>
          <a:endParaRPr lang="es-ES" sz="1100" kern="1200">
            <a:latin typeface="Sitka Banner"/>
          </a:endParaRPr>
        </a:p>
      </dsp:txBody>
      <dsp:txXfrm>
        <a:off x="971370" y="3919465"/>
        <a:ext cx="1685742" cy="800727"/>
      </dsp:txXfrm>
    </dsp:sp>
    <dsp:sp modelId="{019C3004-BD4D-426A-81C7-C63B7C74F6F8}">
      <dsp:nvSpPr>
        <dsp:cNvPr id="0" name=""/>
        <dsp:cNvSpPr/>
      </dsp:nvSpPr>
      <dsp:spPr>
        <a:xfrm>
          <a:off x="3280837" y="2570871"/>
          <a:ext cx="1028302" cy="102830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C23A2-A3A9-498B-98EF-25ECFB1077C7}">
      <dsp:nvSpPr>
        <dsp:cNvPr id="0" name=""/>
        <dsp:cNvSpPr/>
      </dsp:nvSpPr>
      <dsp:spPr>
        <a:xfrm>
          <a:off x="3499983" y="2790018"/>
          <a:ext cx="590009" cy="5900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581CE-0256-4D86-92A3-82B721A1F2BD}">
      <dsp:nvSpPr>
        <dsp:cNvPr id="0" name=""/>
        <dsp:cNvSpPr/>
      </dsp:nvSpPr>
      <dsp:spPr>
        <a:xfrm>
          <a:off x="2952117" y="3919465"/>
          <a:ext cx="1685742" cy="800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Garantizar la escalabilidad y facilidad de despliegue del sistema en entornos cloud. </a:t>
          </a:r>
        </a:p>
      </dsp:txBody>
      <dsp:txXfrm>
        <a:off x="2952117" y="3919465"/>
        <a:ext cx="1685742" cy="8007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9A690-00A6-4711-B2B6-55F48F817DDE}">
      <dsp:nvSpPr>
        <dsp:cNvPr id="0" name=""/>
        <dsp:cNvSpPr/>
      </dsp:nvSpPr>
      <dsp:spPr>
        <a:xfrm>
          <a:off x="239722" y="5243"/>
          <a:ext cx="1350050" cy="13500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29003-B05C-4BCE-988A-76D2EE78E2EB}">
      <dsp:nvSpPr>
        <dsp:cNvPr id="0" name=""/>
        <dsp:cNvSpPr/>
      </dsp:nvSpPr>
      <dsp:spPr>
        <a:xfrm>
          <a:off x="523232" y="288753"/>
          <a:ext cx="783029" cy="7830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EDBCB-5369-49E5-A7C7-B47DE8E5451D}">
      <dsp:nvSpPr>
        <dsp:cNvPr id="0" name=""/>
        <dsp:cNvSpPr/>
      </dsp:nvSpPr>
      <dsp:spPr>
        <a:xfrm>
          <a:off x="1879068" y="5243"/>
          <a:ext cx="3182260" cy="135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Consulta en tiempo real</a:t>
          </a:r>
          <a:r>
            <a:rPr lang="es-ES" sz="2100" kern="1200"/>
            <a:t>: partidos, clasificaciones y lesiones en Fútbol, NBA, MLB y NHL.</a:t>
          </a:r>
          <a:endParaRPr lang="en-US" sz="2100" kern="1200"/>
        </a:p>
      </dsp:txBody>
      <dsp:txXfrm>
        <a:off x="1879068" y="5243"/>
        <a:ext cx="3182260" cy="1350050"/>
      </dsp:txXfrm>
    </dsp:sp>
    <dsp:sp modelId="{7971F290-B93B-4BF0-B539-F0B06ACE5EB6}">
      <dsp:nvSpPr>
        <dsp:cNvPr id="0" name=""/>
        <dsp:cNvSpPr/>
      </dsp:nvSpPr>
      <dsp:spPr>
        <a:xfrm>
          <a:off x="5615814" y="5243"/>
          <a:ext cx="1350050" cy="13500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D2C10-38FA-4FC4-B33C-89D69AD6D459}">
      <dsp:nvSpPr>
        <dsp:cNvPr id="0" name=""/>
        <dsp:cNvSpPr/>
      </dsp:nvSpPr>
      <dsp:spPr>
        <a:xfrm>
          <a:off x="5899324" y="288753"/>
          <a:ext cx="783029" cy="7830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DFF5B-B6D0-4028-BA1C-1DD718EFFBA6}">
      <dsp:nvSpPr>
        <dsp:cNvPr id="0" name=""/>
        <dsp:cNvSpPr/>
      </dsp:nvSpPr>
      <dsp:spPr>
        <a:xfrm>
          <a:off x="7255160" y="5243"/>
          <a:ext cx="3182260" cy="135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Notificaciones automáticas</a:t>
          </a:r>
          <a:r>
            <a:rPr lang="es-ES" sz="2100" kern="1200"/>
            <a:t>: suscríbete y recibe info diaria de tus deportes favoritos.</a:t>
          </a:r>
          <a:endParaRPr lang="en-US" sz="2100" kern="1200"/>
        </a:p>
      </dsp:txBody>
      <dsp:txXfrm>
        <a:off x="7255160" y="5243"/>
        <a:ext cx="3182260" cy="1350050"/>
      </dsp:txXfrm>
    </dsp:sp>
    <dsp:sp modelId="{F4A0328E-99AE-4CDB-94CC-70BD932C3AA3}">
      <dsp:nvSpPr>
        <dsp:cNvPr id="0" name=""/>
        <dsp:cNvSpPr/>
      </dsp:nvSpPr>
      <dsp:spPr>
        <a:xfrm>
          <a:off x="239722" y="1910473"/>
          <a:ext cx="1350050" cy="13500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8A0A2-0177-44F0-BCA3-113219239BC1}">
      <dsp:nvSpPr>
        <dsp:cNvPr id="0" name=""/>
        <dsp:cNvSpPr/>
      </dsp:nvSpPr>
      <dsp:spPr>
        <a:xfrm>
          <a:off x="523232" y="2193984"/>
          <a:ext cx="783029" cy="7830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E52B0-22F3-4DB2-9BD2-718C7B57C9AF}">
      <dsp:nvSpPr>
        <dsp:cNvPr id="0" name=""/>
        <dsp:cNvSpPr/>
      </dsp:nvSpPr>
      <dsp:spPr>
        <a:xfrm>
          <a:off x="1879068" y="1910473"/>
          <a:ext cx="3182260" cy="135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Navegación sencilla</a:t>
          </a:r>
          <a:r>
            <a:rPr lang="es-ES" sz="2100" kern="1200"/>
            <a:t>: menús interactivos para elegir deporte, competición e info.</a:t>
          </a:r>
          <a:endParaRPr lang="en-US" sz="2100" kern="1200"/>
        </a:p>
      </dsp:txBody>
      <dsp:txXfrm>
        <a:off x="1879068" y="1910473"/>
        <a:ext cx="3182260" cy="1350050"/>
      </dsp:txXfrm>
    </dsp:sp>
    <dsp:sp modelId="{061DE18C-BB5D-4F00-AE63-0B71F8EAD8C2}">
      <dsp:nvSpPr>
        <dsp:cNvPr id="0" name=""/>
        <dsp:cNvSpPr/>
      </dsp:nvSpPr>
      <dsp:spPr>
        <a:xfrm>
          <a:off x="5615814" y="1910473"/>
          <a:ext cx="1350050" cy="13500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D856C-FC01-4DBC-9500-F56699756A1A}">
      <dsp:nvSpPr>
        <dsp:cNvPr id="0" name=""/>
        <dsp:cNvSpPr/>
      </dsp:nvSpPr>
      <dsp:spPr>
        <a:xfrm>
          <a:off x="5899324" y="2193984"/>
          <a:ext cx="783029" cy="7830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EC5EE-80F9-4F21-B0AD-04B76F662035}">
      <dsp:nvSpPr>
        <dsp:cNvPr id="0" name=""/>
        <dsp:cNvSpPr/>
      </dsp:nvSpPr>
      <dsp:spPr>
        <a:xfrm>
          <a:off x="7255160" y="1910473"/>
          <a:ext cx="3182260" cy="135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Sin instalar nada</a:t>
          </a:r>
          <a:r>
            <a:rPr lang="es-ES" sz="2100" kern="1200"/>
            <a:t>: solo abre Telegram y busca </a:t>
          </a:r>
          <a:r>
            <a:rPr lang="es-ES" sz="2100" b="1" kern="1200"/>
            <a:t>@InfodeporteBot</a:t>
          </a:r>
          <a:r>
            <a:rPr lang="es-ES" sz="2100" kern="1200"/>
            <a:t>.</a:t>
          </a:r>
          <a:endParaRPr lang="en-US" sz="2100" kern="1200"/>
        </a:p>
      </dsp:txBody>
      <dsp:txXfrm>
        <a:off x="7255160" y="1910473"/>
        <a:ext cx="3182260" cy="1350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88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8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4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450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1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0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7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364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76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2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jpe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jpeg"/><Relationship Id="rId9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1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magen que contiene dibujo, ventana&#10;&#10;El contenido generado por inteligencia artificial puede ser incorrecto.">
            <a:extLst>
              <a:ext uri="{FF2B5EF4-FFF2-40B4-BE49-F238E27FC236}">
                <a16:creationId xmlns:a16="http://schemas.microsoft.com/office/drawing/2014/main" id="{A78E65DD-BCD5-6C0E-7B3D-BFA2C5FDC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00" b="220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id="{9FBB9AF1-CE92-475C-A47B-5FC32922B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100000">
                <a:srgbClr val="000000">
                  <a:alpha val="0"/>
                </a:srgbClr>
              </a:gs>
              <a:gs pos="30000">
                <a:srgbClr val="00000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80107D-9B4B-8DD6-FAFF-1FD54E1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143000"/>
            <a:ext cx="9052560" cy="35461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9600">
                <a:solidFill>
                  <a:srgbClr val="FFFFFF"/>
                </a:solidFill>
                <a:latin typeface="Perpetua"/>
              </a:rPr>
              <a:t>INFODEPORTES</a:t>
            </a:r>
            <a:endParaRPr lang="en-US" sz="8000">
              <a:solidFill>
                <a:srgbClr val="FFFFFF"/>
              </a:solidFill>
              <a:latin typeface="Perpetua"/>
              <a:ea typeface="MS Mincho"/>
              <a:cs typeface="Microsoft Sans Serif"/>
            </a:endParaRPr>
          </a:p>
        </p:txBody>
      </p:sp>
      <p:cxnSp>
        <p:nvCxnSpPr>
          <p:cNvPr id="24" name="Straight Connector 16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83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45BB7-4D3C-1379-AEBE-3118151C0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D63F12-9C37-2668-2A96-B97AAC35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US" b="1">
                <a:latin typeface="Avenir Next LT Pro"/>
              </a:rPr>
              <a:t>ÍNDICE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68EBE3C-1C36-CCA6-CC12-80AC2D167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622268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8424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21B4A-7F8A-1008-DC32-56A92657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793B7CF-4A39-918E-6564-6BDBCB6B76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737479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453697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ED6B24-5B3B-A16C-41ED-2D8E6AB50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536580"/>
            <a:ext cx="5312254" cy="2066782"/>
          </a:xfrm>
        </p:spPr>
        <p:txBody>
          <a:bodyPr>
            <a:noAutofit/>
          </a:bodyPr>
          <a:lstStyle/>
          <a:p>
            <a:r>
              <a:rPr lang="es-ES" sz="6600" b="1" dirty="0"/>
              <a:t>¿QUIÉNES SOMOS?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Marcador de contenido 100">
            <a:extLst>
              <a:ext uri="{FF2B5EF4-FFF2-40B4-BE49-F238E27FC236}">
                <a16:creationId xmlns:a16="http://schemas.microsoft.com/office/drawing/2014/main" id="{3AA5F965-994E-5306-23FC-D853429C5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762" y="2933390"/>
            <a:ext cx="6544900" cy="29846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sz="2800"/>
              <a:t>Estudiantes en Ingeniería Informática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s-ES" sz="2800"/>
              <a:t>Mario Cañadas Campos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s-ES" sz="2800"/>
              <a:t>Alberto Córdoba Ruiz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s-ES" sz="2800"/>
              <a:t>Francisco Javier Delgado Rodríguez</a:t>
            </a: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CAF8A158-E51E-4253-820B-3970F7397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76934" y="0"/>
            <a:ext cx="5215066" cy="6858000"/>
          </a:xfrm>
          <a:custGeom>
            <a:avLst/>
            <a:gdLst>
              <a:gd name="connsiteX0" fmla="*/ 2017353 w 5215066"/>
              <a:gd name="connsiteY0" fmla="*/ 0 h 6858000"/>
              <a:gd name="connsiteX1" fmla="*/ 5215066 w 5215066"/>
              <a:gd name="connsiteY1" fmla="*/ 0 h 6858000"/>
              <a:gd name="connsiteX2" fmla="*/ 5215066 w 5215066"/>
              <a:gd name="connsiteY2" fmla="*/ 6858000 h 6858000"/>
              <a:gd name="connsiteX3" fmla="*/ 1292431 w 5215066"/>
              <a:gd name="connsiteY3" fmla="*/ 6858000 h 6858000"/>
              <a:gd name="connsiteX4" fmla="*/ 1012702 w 5215066"/>
              <a:gd name="connsiteY4" fmla="*/ 6549681 h 6858000"/>
              <a:gd name="connsiteX5" fmla="*/ 0 w 5215066"/>
              <a:gd name="connsiteY5" fmla="*/ 3723759 h 6858000"/>
              <a:gd name="connsiteX6" fmla="*/ 1955279 w 5215066"/>
              <a:gd name="connsiteY6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5" name="Graphic 104" descr="Ordenador">
            <a:extLst>
              <a:ext uri="{FF2B5EF4-FFF2-40B4-BE49-F238E27FC236}">
                <a16:creationId xmlns:a16="http://schemas.microsoft.com/office/drawing/2014/main" id="{4ED651D1-B72D-7C78-F4A7-069F3503A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0087" y="1663890"/>
            <a:ext cx="3434963" cy="3434963"/>
          </a:xfrm>
          <a:prstGeom prst="rect">
            <a:avLst/>
          </a:prstGeom>
        </p:spPr>
      </p:pic>
      <p:sp>
        <p:nvSpPr>
          <p:cNvPr id="1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7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magen que contiene Escala de tiempo&#10;&#10;El contenido generado por inteligencia artificial puede ser incorrecto.">
            <a:extLst>
              <a:ext uri="{FF2B5EF4-FFF2-40B4-BE49-F238E27FC236}">
                <a16:creationId xmlns:a16="http://schemas.microsoft.com/office/drawing/2014/main" id="{7CBC8595-7AB4-7628-B1AC-FB7287A7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091"/>
          <a:stretch/>
        </p:blipFill>
        <p:spPr>
          <a:xfrm>
            <a:off x="-1" y="10"/>
            <a:ext cx="10825122" cy="6857990"/>
          </a:xfrm>
          <a:custGeom>
            <a:avLst/>
            <a:gdLst/>
            <a:ahLst/>
            <a:cxnLst/>
            <a:rect l="l" t="t" r="r" b="b"/>
            <a:pathLst>
              <a:path w="10825122" h="6858000">
                <a:moveTo>
                  <a:pt x="0" y="0"/>
                </a:moveTo>
                <a:lnTo>
                  <a:pt x="9969784" y="0"/>
                </a:lnTo>
                <a:lnTo>
                  <a:pt x="10105415" y="264816"/>
                </a:lnTo>
                <a:cubicBezTo>
                  <a:pt x="10566647" y="1222029"/>
                  <a:pt x="10825122" y="2295330"/>
                  <a:pt x="10825122" y="3429000"/>
                </a:cubicBezTo>
                <a:cubicBezTo>
                  <a:pt x="10825122" y="4562671"/>
                  <a:pt x="10566647" y="5635971"/>
                  <a:pt x="10105415" y="6593184"/>
                </a:cubicBezTo>
                <a:lnTo>
                  <a:pt x="99697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657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Imagen generada">
            <a:extLst>
              <a:ext uri="{FF2B5EF4-FFF2-40B4-BE49-F238E27FC236}">
                <a16:creationId xmlns:a16="http://schemas.microsoft.com/office/drawing/2014/main" id="{EBD6D3A0-6E0D-AC59-FA7F-39FFDAF775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0" r="1" b="1"/>
          <a:stretch/>
        </p:blipFill>
        <p:spPr>
          <a:xfrm>
            <a:off x="-1" y="10"/>
            <a:ext cx="10825122" cy="6857990"/>
          </a:xfrm>
          <a:custGeom>
            <a:avLst/>
            <a:gdLst/>
            <a:ahLst/>
            <a:cxnLst/>
            <a:rect l="l" t="t" r="r" b="b"/>
            <a:pathLst>
              <a:path w="10825122" h="6858000">
                <a:moveTo>
                  <a:pt x="0" y="0"/>
                </a:moveTo>
                <a:lnTo>
                  <a:pt x="9969784" y="0"/>
                </a:lnTo>
                <a:lnTo>
                  <a:pt x="10105415" y="264816"/>
                </a:lnTo>
                <a:cubicBezTo>
                  <a:pt x="10566647" y="1222029"/>
                  <a:pt x="10825122" y="2295330"/>
                  <a:pt x="10825122" y="3429000"/>
                </a:cubicBezTo>
                <a:cubicBezTo>
                  <a:pt x="10825122" y="4562671"/>
                  <a:pt x="10566647" y="5635971"/>
                  <a:pt x="10105415" y="6593184"/>
                </a:cubicBezTo>
                <a:lnTo>
                  <a:pt x="99697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158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414A2CB-E401-3316-E7EA-DAFBF695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3" y="1063256"/>
            <a:ext cx="3382050" cy="4558954"/>
          </a:xfrm>
        </p:spPr>
        <p:txBody>
          <a:bodyPr anchor="ctr">
            <a:normAutofit/>
          </a:bodyPr>
          <a:lstStyle/>
          <a:p>
            <a:r>
              <a:rPr lang="es-ES" sz="6600" b="1" dirty="0">
                <a:solidFill>
                  <a:schemeClr val="bg1"/>
                </a:solidFill>
              </a:rPr>
              <a:t>¿Es útil y viable?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B96B26CA-9949-4D9C-A2F3-DB3CA283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0" name="Marcador de contenido 2">
            <a:extLst>
              <a:ext uri="{FF2B5EF4-FFF2-40B4-BE49-F238E27FC236}">
                <a16:creationId xmlns:a16="http://schemas.microsoft.com/office/drawing/2014/main" id="{444B331D-E08E-B6C5-45FE-3AABB4D06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432007"/>
              </p:ext>
            </p:extLst>
          </p:nvPr>
        </p:nvGraphicFramePr>
        <p:xfrm>
          <a:off x="5820770" y="1063256"/>
          <a:ext cx="5609230" cy="4720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781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4BEF3-542F-8FEB-B914-447A2151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1827863"/>
            <a:ext cx="10666949" cy="42818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400" b="1" i="0" dirty="0">
                <a:ea typeface="+mj-lt"/>
                <a:cs typeface="+mj-lt"/>
              </a:rPr>
              <a:t>INFODEPORTE</a:t>
            </a:r>
            <a:r>
              <a:rPr lang="es-ES" sz="2400" i="0" dirty="0">
                <a:ea typeface="+mj-lt"/>
                <a:cs typeface="+mj-lt"/>
              </a:rPr>
              <a:t> es una solución compuesta por</a:t>
            </a:r>
            <a:endParaRPr lang="es-ES" sz="24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DDA3CC-32D2-2006-E9B4-32E4EA9D9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1060"/>
            <a:ext cx="10671048" cy="1040674"/>
          </a:xfrm>
        </p:spPr>
        <p:txBody>
          <a:bodyPr>
            <a:noAutofit/>
          </a:bodyPr>
          <a:lstStyle/>
          <a:p>
            <a:r>
              <a:rPr lang="es-ES" sz="6000" b="1" dirty="0"/>
              <a:t>DESCRIPCIÓN GENERAL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0D5500-EA42-DB68-29AB-09B9EDB81539}"/>
              </a:ext>
            </a:extLst>
          </p:cNvPr>
          <p:cNvSpPr/>
          <p:nvPr/>
        </p:nvSpPr>
        <p:spPr>
          <a:xfrm>
            <a:off x="386442" y="2786743"/>
            <a:ext cx="2567074" cy="29733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ea typeface="+mn-lt"/>
                <a:cs typeface="+mn-lt"/>
              </a:rPr>
              <a:t>📱 </a:t>
            </a:r>
            <a:r>
              <a:rPr lang="es-ES" b="1" dirty="0">
                <a:ea typeface="+mn-lt"/>
                <a:cs typeface="+mn-lt"/>
              </a:rPr>
              <a:t>Bot de </a:t>
            </a:r>
            <a:r>
              <a:rPr lang="es-ES" b="1" err="1">
                <a:ea typeface="+mn-lt"/>
                <a:cs typeface="+mn-lt"/>
              </a:rPr>
              <a:t>Telegram</a:t>
            </a:r>
            <a:endParaRPr lang="es-ES" b="1" err="1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Accede a resultados, eventos y estadísticas en tiempo real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Integrado con una API especializada en deportes</a:t>
            </a:r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F39183-7399-269E-D1AA-BDE552D88C20}"/>
              </a:ext>
            </a:extLst>
          </p:cNvPr>
          <p:cNvSpPr/>
          <p:nvPr/>
        </p:nvSpPr>
        <p:spPr>
          <a:xfrm>
            <a:off x="3319176" y="2788914"/>
            <a:ext cx="2550358" cy="2975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🌐 </a:t>
            </a:r>
            <a:r>
              <a:rPr lang="es-ES" b="1" dirty="0"/>
              <a:t>Interfaz Web</a:t>
            </a:r>
          </a:p>
          <a:p>
            <a:pPr marL="228600" indent="-228600">
              <a:buFont typeface=""/>
              <a:buChar char="•"/>
            </a:pPr>
            <a:r>
              <a:rPr lang="es-ES" dirty="0"/>
              <a:t>Visualización clara y atractiva de la información</a:t>
            </a:r>
          </a:p>
          <a:p>
            <a:pPr marL="228600" indent="-228600">
              <a:buFont typeface=""/>
              <a:buChar char="•"/>
            </a:pPr>
            <a:r>
              <a:rPr lang="es-ES" dirty="0"/>
              <a:t>Pensada para administradores y usuarios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656D60-ABAF-F0DE-841E-43793B8F9788}"/>
              </a:ext>
            </a:extLst>
          </p:cNvPr>
          <p:cNvSpPr/>
          <p:nvPr/>
        </p:nvSpPr>
        <p:spPr>
          <a:xfrm>
            <a:off x="6277190" y="2786457"/>
            <a:ext cx="2546233" cy="2981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ea typeface="+mn-lt"/>
                <a:cs typeface="+mn-lt"/>
              </a:rPr>
              <a:t>🧩 </a:t>
            </a:r>
            <a:r>
              <a:rPr lang="es-ES" b="1" dirty="0">
                <a:ea typeface="+mn-lt"/>
                <a:cs typeface="+mn-lt"/>
              </a:rPr>
              <a:t>Diseño Modular y Escalable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Despliegue en la nube mediante Docker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Sin necesidad de base de datos local</a:t>
            </a:r>
            <a:endParaRPr lang="es-ES" dirty="0"/>
          </a:p>
          <a:p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6CD2FF-CB69-B3DF-FBB9-AF8DA600B4D6}"/>
              </a:ext>
            </a:extLst>
          </p:cNvPr>
          <p:cNvSpPr/>
          <p:nvPr/>
        </p:nvSpPr>
        <p:spPr>
          <a:xfrm>
            <a:off x="9256443" y="2798851"/>
            <a:ext cx="2548768" cy="2967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🎯 </a:t>
            </a:r>
            <a:r>
              <a:rPr lang="es-ES" b="1" dirty="0"/>
              <a:t>Enfoque en el usuario</a:t>
            </a:r>
          </a:p>
          <a:p>
            <a:pPr marL="228600" indent="-228600">
              <a:buFont typeface=""/>
              <a:buChar char="•"/>
            </a:pPr>
            <a:r>
              <a:rPr lang="es-ES" dirty="0"/>
              <a:t>Experiencia simple y funcional</a:t>
            </a:r>
          </a:p>
          <a:p>
            <a:pPr marL="228600" indent="-228600">
              <a:buFont typeface=""/>
              <a:buChar char="•"/>
            </a:pPr>
            <a:r>
              <a:rPr lang="es-ES" dirty="0"/>
              <a:t>Integración fluida con servicios externos</a:t>
            </a:r>
          </a:p>
        </p:txBody>
      </p:sp>
    </p:spTree>
    <p:extLst>
      <p:ext uri="{BB962C8B-B14F-4D97-AF65-F5344CB8AC3E}">
        <p14:creationId xmlns:p14="http://schemas.microsoft.com/office/powerpoint/2010/main" val="58994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2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64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4A2BD1FA-8E8B-FE16-E785-8821A1C1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3" y="1063256"/>
            <a:ext cx="3382050" cy="4558954"/>
          </a:xfrm>
        </p:spPr>
        <p:txBody>
          <a:bodyPr anchor="ctr">
            <a:normAutofit/>
          </a:bodyPr>
          <a:lstStyle/>
          <a:p>
            <a:r>
              <a:rPr lang="es-ES" sz="5100" b="1">
                <a:solidFill>
                  <a:schemeClr val="bg1"/>
                </a:solidFill>
              </a:rPr>
              <a:t>OBJETIVOS DEL PROYECTO</a:t>
            </a:r>
          </a:p>
        </p:txBody>
      </p:sp>
      <p:sp useBgFill="1">
        <p:nvSpPr>
          <p:cNvPr id="72" name="Freeform: Shape 66">
            <a:extLst>
              <a:ext uri="{FF2B5EF4-FFF2-40B4-BE49-F238E27FC236}">
                <a16:creationId xmlns:a16="http://schemas.microsoft.com/office/drawing/2014/main" id="{B96B26CA-9949-4D9C-A2F3-DB3CA283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41" name="Marcador de contenido 2">
            <a:extLst>
              <a:ext uri="{FF2B5EF4-FFF2-40B4-BE49-F238E27FC236}">
                <a16:creationId xmlns:a16="http://schemas.microsoft.com/office/drawing/2014/main" id="{697317D7-D610-F1DB-14BC-71899F68B5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848771"/>
              </p:ext>
            </p:extLst>
          </p:nvPr>
        </p:nvGraphicFramePr>
        <p:xfrm>
          <a:off x="5820770" y="1063256"/>
          <a:ext cx="5609230" cy="4720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052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1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FA765A-65F0-D365-5C59-98759589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6"/>
            <a:ext cx="5312254" cy="1540106"/>
          </a:xfrm>
        </p:spPr>
        <p:txBody>
          <a:bodyPr>
            <a:normAutofit/>
          </a:bodyPr>
          <a:lstStyle/>
          <a:p>
            <a:r>
              <a:rPr lang="es-ES" sz="4700"/>
              <a:t>UN PROYECTO CON GRAN IMPACTO</a:t>
            </a:r>
          </a:p>
        </p:txBody>
      </p:sp>
      <p:cxnSp>
        <p:nvCxnSpPr>
          <p:cNvPr id="40" name="Straight Connector 33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F58F7-2C17-45EE-7FDC-4552D8584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97" y="2933390"/>
            <a:ext cx="5312254" cy="28613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❤️ Pensado para amantes del deporte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📱 Fácil de usar desde </a:t>
            </a:r>
            <a:r>
              <a:rPr lang="es-ES" dirty="0" err="1">
                <a:ea typeface="+mn-lt"/>
                <a:cs typeface="+mn-lt"/>
              </a:rPr>
              <a:t>Telegram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📬 </a:t>
            </a:r>
            <a:r>
              <a:rPr lang="es-ES" dirty="0" err="1">
                <a:ea typeface="+mn-lt"/>
                <a:cs typeface="+mn-lt"/>
              </a:rPr>
              <a:t>Info</a:t>
            </a:r>
            <a:r>
              <a:rPr lang="es-ES" dirty="0">
                <a:ea typeface="+mn-lt"/>
                <a:cs typeface="+mn-lt"/>
              </a:rPr>
              <a:t> relevante y personalizada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🎓 Fomenta el uso de tecnología</a:t>
            </a:r>
            <a:br>
              <a:rPr lang="es-ES" dirty="0">
                <a:ea typeface="+mn-lt"/>
                <a:cs typeface="+mn-lt"/>
              </a:rPr>
            </a:br>
            <a:r>
              <a:rPr lang="es-ES" dirty="0">
                <a:ea typeface="+mn-lt"/>
                <a:cs typeface="+mn-lt"/>
              </a:rPr>
              <a:t> 🌍 Conectando a la comunidad deportiva</a:t>
            </a:r>
            <a:endParaRPr lang="es-ES" dirty="0"/>
          </a:p>
        </p:txBody>
      </p:sp>
      <p:sp>
        <p:nvSpPr>
          <p:cNvPr id="41" name="Freeform: Shape 35">
            <a:extLst>
              <a:ext uri="{FF2B5EF4-FFF2-40B4-BE49-F238E27FC236}">
                <a16:creationId xmlns:a16="http://schemas.microsoft.com/office/drawing/2014/main" id="{CAF8A158-E51E-4253-820B-3970F7397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76934" y="0"/>
            <a:ext cx="5215066" cy="6858000"/>
          </a:xfrm>
          <a:custGeom>
            <a:avLst/>
            <a:gdLst>
              <a:gd name="connsiteX0" fmla="*/ 2017353 w 5215066"/>
              <a:gd name="connsiteY0" fmla="*/ 0 h 6858000"/>
              <a:gd name="connsiteX1" fmla="*/ 5215066 w 5215066"/>
              <a:gd name="connsiteY1" fmla="*/ 0 h 6858000"/>
              <a:gd name="connsiteX2" fmla="*/ 5215066 w 5215066"/>
              <a:gd name="connsiteY2" fmla="*/ 6858000 h 6858000"/>
              <a:gd name="connsiteX3" fmla="*/ 1292431 w 5215066"/>
              <a:gd name="connsiteY3" fmla="*/ 6858000 h 6858000"/>
              <a:gd name="connsiteX4" fmla="*/ 1012702 w 5215066"/>
              <a:gd name="connsiteY4" fmla="*/ 6549681 h 6858000"/>
              <a:gd name="connsiteX5" fmla="*/ 0 w 5215066"/>
              <a:gd name="connsiteY5" fmla="*/ 3723759 h 6858000"/>
              <a:gd name="connsiteX6" fmla="*/ 1955279 w 5215066"/>
              <a:gd name="connsiteY6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 descr="Profile for Soccer,NBA,NHL,MLB.NFL leans.">
            <a:extLst>
              <a:ext uri="{FF2B5EF4-FFF2-40B4-BE49-F238E27FC236}">
                <a16:creationId xmlns:a16="http://schemas.microsoft.com/office/drawing/2014/main" id="{FFC02A80-84BF-FE4B-18B8-81DCC311E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087" y="1663890"/>
            <a:ext cx="3434963" cy="3434963"/>
          </a:xfrm>
          <a:prstGeom prst="rect">
            <a:avLst/>
          </a:prstGeom>
        </p:spPr>
      </p:pic>
      <p:sp>
        <p:nvSpPr>
          <p:cNvPr id="38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90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F294B2-793B-6537-0D39-4EA9A04D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74056"/>
          </a:xfrm>
        </p:spPr>
        <p:txBody>
          <a:bodyPr anchor="b">
            <a:normAutofit/>
          </a:bodyPr>
          <a:lstStyle/>
          <a:p>
            <a:r>
              <a:rPr lang="en-US" sz="4200" b="1" dirty="0">
                <a:latin typeface="Avenir Next LT Pro"/>
              </a:rPr>
              <a:t>🙋‍¿</a:t>
            </a:r>
            <a:r>
              <a:rPr lang="en-US" sz="4200" b="1" dirty="0" err="1">
                <a:latin typeface="Avenir Next LT Pro"/>
              </a:rPr>
              <a:t>Qué</a:t>
            </a:r>
            <a:r>
              <a:rPr lang="en-US" sz="4200" b="1" dirty="0">
                <a:latin typeface="Avenir Next LT Pro"/>
              </a:rPr>
              <a:t> </a:t>
            </a:r>
            <a:r>
              <a:rPr lang="en-US" sz="4200" b="1" dirty="0" err="1">
                <a:latin typeface="Avenir Next LT Pro"/>
              </a:rPr>
              <a:t>puede</a:t>
            </a:r>
            <a:r>
              <a:rPr lang="en-US" sz="4200" b="1" dirty="0">
                <a:latin typeface="Avenir Next LT Pro"/>
              </a:rPr>
              <a:t> </a:t>
            </a:r>
            <a:r>
              <a:rPr lang="en-US" sz="4200" b="1" dirty="0" err="1">
                <a:latin typeface="Avenir Next LT Pro"/>
              </a:rPr>
              <a:t>hacer</a:t>
            </a:r>
            <a:r>
              <a:rPr lang="en-US" sz="4200" b="1" dirty="0">
                <a:latin typeface="Avenir Next LT Pro"/>
              </a:rPr>
              <a:t> un usuario con INFODEPORTE?</a:t>
            </a:r>
            <a:endParaRPr lang="es-ES" sz="4200" dirty="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A7F4CA4-1A16-D6E0-4531-B4B119574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024924"/>
              </p:ext>
            </p:extLst>
          </p:nvPr>
        </p:nvGraphicFramePr>
        <p:xfrm>
          <a:off x="752857" y="2436128"/>
          <a:ext cx="10677144" cy="3265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18202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7" name="Straight Connector 1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1BA1007-37C9-4BAA-B13C-D53A35C8D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107" y="1885826"/>
            <a:ext cx="3447287" cy="112636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chemeClr val="bg1"/>
                </a:solidFill>
                <a:latin typeface="Perpetua"/>
              </a:rPr>
              <a:t>DE LA IDEA AL DISEÑO</a:t>
            </a:r>
          </a:p>
        </p:txBody>
      </p:sp>
      <p:pic>
        <p:nvPicPr>
          <p:cNvPr id="5" name="Imagen 4" descr="Interfaz de usuario gráfica, Texto, Aplicación, Chat o mensaje de texto&#10;&#10;El contenido generado por inteligencia artificial puede ser incorrecto.">
            <a:extLst>
              <a:ext uri="{FF2B5EF4-FFF2-40B4-BE49-F238E27FC236}">
                <a16:creationId xmlns:a16="http://schemas.microsoft.com/office/drawing/2014/main" id="{5482BB93-F3C4-7CC5-127E-526B3ADC9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120" y="769583"/>
            <a:ext cx="5669159" cy="5310983"/>
          </a:xfrm>
          <a:prstGeom prst="rect">
            <a:avLst/>
          </a:prstGeom>
        </p:spPr>
      </p:pic>
      <p:sp>
        <p:nvSpPr>
          <p:cNvPr id="26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08D6C-E5B5-ABAC-69AD-20B2C726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130FAA67-9D62-0167-1C0F-ED2D566F6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7" name="Straight Connector 15">
            <a:extLst>
              <a:ext uri="{FF2B5EF4-FFF2-40B4-BE49-F238E27FC236}">
                <a16:creationId xmlns:a16="http://schemas.microsoft.com/office/drawing/2014/main" id="{D75493B0-9243-9B4C-DD76-D2E31ABAC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7">
            <a:extLst>
              <a:ext uri="{FF2B5EF4-FFF2-40B4-BE49-F238E27FC236}">
                <a16:creationId xmlns:a16="http://schemas.microsoft.com/office/drawing/2014/main" id="{E3F893E6-BD9D-4930-172D-5F0A82E47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9">
            <a:extLst>
              <a:ext uri="{FF2B5EF4-FFF2-40B4-BE49-F238E27FC236}">
                <a16:creationId xmlns:a16="http://schemas.microsoft.com/office/drawing/2014/main" id="{48DE04EF-D44B-FB85-CDA1-FE7ECE298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DF90E889-72B2-54DC-A1E7-98B5490EF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107" y="1885826"/>
            <a:ext cx="3447287" cy="112636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chemeClr val="bg1"/>
                </a:solidFill>
                <a:latin typeface="Perpetua"/>
              </a:rPr>
              <a:t>DE LA IDEA AL DISEÑO</a:t>
            </a:r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DAA28CE7-E62E-34D3-FE2A-EFCB166AE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3" name="Imagen 2" descr="Interfaz de usuario gráfica, Texto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8CB0CDC9-AC65-6499-7C16-0F68CCDEB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142320"/>
            <a:ext cx="6335485" cy="436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1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0" name="Straight Connector 23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5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7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28AC63-14B4-B673-D8CF-F4F306903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43" y="1128811"/>
            <a:ext cx="3864822" cy="33422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ARQUITECTURA Y DISEÑO TÉCNICO</a:t>
            </a:r>
            <a:endParaRPr lang="es-ES" sz="4000">
              <a:solidFill>
                <a:schemeClr val="bg1"/>
              </a:solidFill>
            </a:endParaRPr>
          </a:p>
        </p:txBody>
      </p:sp>
      <p:pic>
        <p:nvPicPr>
          <p:cNvPr id="4" name="Imagen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7AB28352-9411-B546-1A2C-E6F23D210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205" y="1128811"/>
            <a:ext cx="4902989" cy="4657841"/>
          </a:xfrm>
          <a:prstGeom prst="rect">
            <a:avLst/>
          </a:prstGeom>
        </p:spPr>
      </p:pic>
      <p:sp>
        <p:nvSpPr>
          <p:cNvPr id="25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27173BAF-23B0-8872-AFE5-4C6F6A96B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65" y="764275"/>
            <a:ext cx="7354269" cy="5019289"/>
          </a:xfrm>
          <a:prstGeom prst="rect">
            <a:avLst/>
          </a:prstGeom>
        </p:spPr>
      </p:pic>
      <p:sp>
        <p:nvSpPr>
          <p:cNvPr id="11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21010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39" name="Straight Connector 41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056EA3-2A5C-5D5E-57F7-8DC6FCF2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6266" y="4023359"/>
            <a:ext cx="5712350" cy="13640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ESTRUCTURA DEL PROYECTO: INICIALIZACION Y FUNCIONES AUXILIARES BOT.PY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0451015C-1B58-9EBF-FF64-F116EF92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85" r="1" b="1"/>
          <a:stretch/>
        </p:blipFill>
        <p:spPr>
          <a:xfrm>
            <a:off x="-2" y="331827"/>
            <a:ext cx="4070505" cy="6065548"/>
          </a:xfrm>
          <a:custGeom>
            <a:avLst/>
            <a:gdLst/>
            <a:ahLst/>
            <a:cxnLst/>
            <a:rect l="l" t="t" r="r" b="b"/>
            <a:pathLst>
              <a:path w="3933440" h="5861304">
                <a:moveTo>
                  <a:pt x="1002788" y="0"/>
                </a:moveTo>
                <a:cubicBezTo>
                  <a:pt x="2621342" y="0"/>
                  <a:pt x="3933440" y="1312098"/>
                  <a:pt x="3933440" y="2930652"/>
                </a:cubicBezTo>
                <a:cubicBezTo>
                  <a:pt x="3933440" y="4549206"/>
                  <a:pt x="2621342" y="5861304"/>
                  <a:pt x="1002788" y="5861304"/>
                </a:cubicBezTo>
                <a:cubicBezTo>
                  <a:pt x="699309" y="5861304"/>
                  <a:pt x="406604" y="5815176"/>
                  <a:pt x="131302" y="5729548"/>
                </a:cubicBezTo>
                <a:lnTo>
                  <a:pt x="0" y="5681491"/>
                </a:lnTo>
                <a:lnTo>
                  <a:pt x="0" y="179814"/>
                </a:lnTo>
                <a:lnTo>
                  <a:pt x="131302" y="131756"/>
                </a:lnTo>
                <a:cubicBezTo>
                  <a:pt x="406604" y="46129"/>
                  <a:pt x="699309" y="0"/>
                  <a:pt x="1002788" y="0"/>
                </a:cubicBezTo>
                <a:close/>
              </a:path>
            </a:pathLst>
          </a:cu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6CC43F9-4611-5C62-A611-18876C4C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247" b="-1"/>
          <a:stretch/>
        </p:blipFill>
        <p:spPr>
          <a:xfrm>
            <a:off x="4353543" y="10"/>
            <a:ext cx="3566160" cy="3159738"/>
          </a:xfrm>
          <a:custGeom>
            <a:avLst/>
            <a:gdLst/>
            <a:ahLst/>
            <a:cxnLst/>
            <a:rect l="l" t="t" r="r" b="b"/>
            <a:pathLst>
              <a:path w="3566160" h="3159748">
                <a:moveTo>
                  <a:pt x="649888" y="0"/>
                </a:moveTo>
                <a:lnTo>
                  <a:pt x="2916273" y="0"/>
                </a:lnTo>
                <a:lnTo>
                  <a:pt x="2917285" y="757"/>
                </a:lnTo>
                <a:cubicBezTo>
                  <a:pt x="3313569" y="327800"/>
                  <a:pt x="3566160" y="822736"/>
                  <a:pt x="3566160" y="1376668"/>
                </a:cubicBezTo>
                <a:cubicBezTo>
                  <a:pt x="3566160" y="2361436"/>
                  <a:pt x="2767848" y="3159748"/>
                  <a:pt x="1783080" y="3159748"/>
                </a:cubicBezTo>
                <a:cubicBezTo>
                  <a:pt x="798312" y="3159748"/>
                  <a:pt x="0" y="2361436"/>
                  <a:pt x="0" y="1376668"/>
                </a:cubicBezTo>
                <a:cubicBezTo>
                  <a:pt x="0" y="822736"/>
                  <a:pt x="252591" y="327800"/>
                  <a:pt x="648876" y="757"/>
                </a:cubicBezTo>
                <a:close/>
              </a:path>
            </a:pathLst>
          </a:custGeom>
        </p:spPr>
      </p:pic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CDCA09AD-8B3E-DFF0-AC32-1F3FF19398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769" b="-4"/>
          <a:stretch/>
        </p:blipFill>
        <p:spPr>
          <a:xfrm>
            <a:off x="8804396" y="2042"/>
            <a:ext cx="3387604" cy="4183848"/>
          </a:xfrm>
          <a:custGeom>
            <a:avLst/>
            <a:gdLst/>
            <a:ahLst/>
            <a:cxnLst/>
            <a:rect l="l" t="t" r="r" b="b"/>
            <a:pathLst>
              <a:path w="3387604" h="4183848">
                <a:moveTo>
                  <a:pt x="420128" y="0"/>
                </a:moveTo>
                <a:lnTo>
                  <a:pt x="3387604" y="0"/>
                </a:lnTo>
                <a:lnTo>
                  <a:pt x="3387604" y="4101530"/>
                </a:lnTo>
                <a:lnTo>
                  <a:pt x="3283372" y="4128330"/>
                </a:lnTo>
                <a:cubicBezTo>
                  <a:pt x="3105483" y="4164732"/>
                  <a:pt x="2921298" y="4183848"/>
                  <a:pt x="2732648" y="4183848"/>
                </a:cubicBezTo>
                <a:cubicBezTo>
                  <a:pt x="1223448" y="4183848"/>
                  <a:pt x="0" y="2960400"/>
                  <a:pt x="0" y="1451200"/>
                </a:cubicBezTo>
                <a:cubicBezTo>
                  <a:pt x="0" y="979575"/>
                  <a:pt x="119477" y="535856"/>
                  <a:pt x="329816" y="148658"/>
                </a:cubicBezTo>
                <a:close/>
              </a:path>
            </a:pathLst>
          </a:custGeom>
        </p:spPr>
      </p:pic>
      <p:sp>
        <p:nvSpPr>
          <p:cNvPr id="46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167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A73F9B-EAFB-DA6E-129F-149AB6EFC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2143" y="518899"/>
            <a:ext cx="10671048" cy="822960"/>
          </a:xfrm>
        </p:spPr>
        <p:txBody>
          <a:bodyPr>
            <a:noAutofit/>
          </a:bodyPr>
          <a:lstStyle/>
          <a:p>
            <a:r>
              <a:rPr lang="es-ES" sz="4800" b="1" dirty="0"/>
              <a:t>TECNOLOGÍAS USADAS</a:t>
            </a:r>
            <a:endParaRPr lang="es-ES"/>
          </a:p>
        </p:txBody>
      </p:sp>
      <p:pic>
        <p:nvPicPr>
          <p:cNvPr id="4" name="Imagen 3" descr="Historia de Python - Wikipedia, la enciclopedia libre">
            <a:extLst>
              <a:ext uri="{FF2B5EF4-FFF2-40B4-BE49-F238E27FC236}">
                <a16:creationId xmlns:a16="http://schemas.microsoft.com/office/drawing/2014/main" id="{CFBF1A3D-E1D7-76E1-A07D-830A7409F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89" y="4185971"/>
            <a:ext cx="1062317" cy="1085823"/>
          </a:xfrm>
          <a:prstGeom prst="rect">
            <a:avLst/>
          </a:prstGeom>
        </p:spPr>
      </p:pic>
      <p:pic>
        <p:nvPicPr>
          <p:cNvPr id="5" name="Imagen 4" descr="python-telegram-bot · GitHub">
            <a:extLst>
              <a:ext uri="{FF2B5EF4-FFF2-40B4-BE49-F238E27FC236}">
                <a16:creationId xmlns:a16="http://schemas.microsoft.com/office/drawing/2014/main" id="{B1F30EA6-0888-7311-4791-B1054998B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9" y="2252383"/>
            <a:ext cx="1187824" cy="1187824"/>
          </a:xfrm>
          <a:prstGeom prst="rect">
            <a:avLst/>
          </a:prstGeom>
        </p:spPr>
      </p:pic>
      <p:pic>
        <p:nvPicPr>
          <p:cNvPr id="6" name="Imagen 5" descr="SQLite - Wikipedia, la enciclopedia libre">
            <a:extLst>
              <a:ext uri="{FF2B5EF4-FFF2-40B4-BE49-F238E27FC236}">
                <a16:creationId xmlns:a16="http://schemas.microsoft.com/office/drawing/2014/main" id="{419DE186-D499-FDEA-BA0D-48CECF8B1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516" y="4185958"/>
            <a:ext cx="2229411" cy="1085850"/>
          </a:xfrm>
          <a:prstGeom prst="rect">
            <a:avLst/>
          </a:prstGeom>
        </p:spPr>
      </p:pic>
      <p:pic>
        <p:nvPicPr>
          <p:cNvPr id="7" name="Imagen 6" descr="How to create scheduled jobs in flask using APScheduler. | by Khaled  Elabady | Medium">
            <a:extLst>
              <a:ext uri="{FF2B5EF4-FFF2-40B4-BE49-F238E27FC236}">
                <a16:creationId xmlns:a16="http://schemas.microsoft.com/office/drawing/2014/main" id="{A7EEAB66-9692-2183-3130-4996CED6B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553" y="2245940"/>
            <a:ext cx="2233334" cy="1178299"/>
          </a:xfrm>
          <a:prstGeom prst="rect">
            <a:avLst/>
          </a:prstGeom>
        </p:spPr>
      </p:pic>
      <p:pic>
        <p:nvPicPr>
          <p:cNvPr id="8" name="Imagen 7" descr="Cómo integramos los lenguajes HTML, CSS, y JavaScript?">
            <a:extLst>
              <a:ext uri="{FF2B5EF4-FFF2-40B4-BE49-F238E27FC236}">
                <a16:creationId xmlns:a16="http://schemas.microsoft.com/office/drawing/2014/main" id="{20D4327A-C3C6-4B2B-B48E-A155566694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784" y="4184558"/>
            <a:ext cx="2214284" cy="1066241"/>
          </a:xfrm>
          <a:prstGeom prst="rect">
            <a:avLst/>
          </a:prstGeom>
        </p:spPr>
      </p:pic>
      <p:pic>
        <p:nvPicPr>
          <p:cNvPr id="9" name="Imagen 8" descr="Introducción a Docker: Docker Compose - Product HackersProduct Hackers">
            <a:extLst>
              <a:ext uri="{FF2B5EF4-FFF2-40B4-BE49-F238E27FC236}">
                <a16:creationId xmlns:a16="http://schemas.microsoft.com/office/drawing/2014/main" id="{8ACF0C7F-5BE1-F1C8-3841-332AD79009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88" y="4187078"/>
            <a:ext cx="2652994" cy="1083609"/>
          </a:xfrm>
          <a:prstGeom prst="rect">
            <a:avLst/>
          </a:prstGeom>
        </p:spPr>
      </p:pic>
      <p:pic>
        <p:nvPicPr>
          <p:cNvPr id="10" name="Imagen 9" descr="GitHub - bryan2811/Curso-de-Git-y-Github-Platzi: Guía del curso de Git y  Github en Platzi">
            <a:extLst>
              <a:ext uri="{FF2B5EF4-FFF2-40B4-BE49-F238E27FC236}">
                <a16:creationId xmlns:a16="http://schemas.microsoft.com/office/drawing/2014/main" id="{13A9AFE1-827D-FA5A-7A90-74871D07F2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484" y="2247899"/>
            <a:ext cx="2655795" cy="1196789"/>
          </a:xfrm>
          <a:prstGeom prst="rect">
            <a:avLst/>
          </a:prstGeom>
        </p:spPr>
      </p:pic>
      <p:pic>
        <p:nvPicPr>
          <p:cNvPr id="11" name="Imagen 10" descr="Render: Shooting for a cloud-native app hosting platform you never outgrow  – Intellyx – The Digital Transformation Experts – Analysts">
            <a:extLst>
              <a:ext uri="{FF2B5EF4-FFF2-40B4-BE49-F238E27FC236}">
                <a16:creationId xmlns:a16="http://schemas.microsoft.com/office/drawing/2014/main" id="{0E9A29D1-6C02-7952-9387-40033F32BC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1568" y="2254064"/>
            <a:ext cx="2245100" cy="11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4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95FAC79-2E7E-1ED0-A951-025F7EB1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613" y="660372"/>
            <a:ext cx="10666949" cy="605049"/>
          </a:xfrm>
        </p:spPr>
        <p:txBody>
          <a:bodyPr>
            <a:noAutofit/>
          </a:bodyPr>
          <a:lstStyle/>
          <a:p>
            <a:r>
              <a:rPr lang="es-ES" sz="6700" b="1" dirty="0"/>
              <a:t>   RETOS TÉCNICOS Y SOLUCIONES</a:t>
            </a:r>
            <a:endParaRPr lang="es-ES" b="1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49762B-2F55-F6FC-F953-90E29342A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07" y="673731"/>
            <a:ext cx="1267477" cy="105335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65FBD7E-2FC6-1DC7-6FB3-3000E7813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746" y="2677308"/>
            <a:ext cx="7448289" cy="385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ABC87-E72E-6745-F6DE-BE4E68B3C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914" y="893935"/>
            <a:ext cx="5364937" cy="333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🔁 </a:t>
            </a:r>
            <a:r>
              <a:rPr lang="en-US" sz="2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Ampliar cobertura deportiva</a:t>
            </a:r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r>
              <a:rPr lang="en-US" sz="2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📊 </a:t>
            </a:r>
            <a:r>
              <a:rPr lang="en-US" sz="2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Análisis avanzado</a:t>
            </a:r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r>
              <a:rPr lang="en-US" sz="2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🔔 </a:t>
            </a:r>
            <a:r>
              <a:rPr lang="en-US" sz="2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Notificaciones más inteligentes</a:t>
            </a:r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r>
              <a:rPr lang="en-US" sz="2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🌐 </a:t>
            </a:r>
            <a:r>
              <a:rPr lang="en-US" sz="2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Multilenguaje</a:t>
            </a:r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r>
              <a:rPr lang="en-US" sz="2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📈 </a:t>
            </a:r>
            <a:r>
              <a:rPr lang="en-US" sz="2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Gráficos interactivos en la web</a:t>
            </a:r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r>
              <a:rPr lang="en-US" sz="2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🤝 </a:t>
            </a:r>
            <a:r>
              <a:rPr lang="en-US" sz="2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Integración con redes sociales</a:t>
            </a:r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r>
              <a:rPr lang="en-US" sz="2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⌚ </a:t>
            </a:r>
            <a:r>
              <a:rPr lang="en-US" sz="2400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Compatibilidad con wearables</a:t>
            </a:r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endParaRPr lang="en-US" sz="2400" i="1" kern="1200" spc="100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2FFB49-808E-C733-0492-F1F6BA6EA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9620" y="4876803"/>
            <a:ext cx="5794231" cy="90984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b="1" err="1">
                <a:solidFill>
                  <a:schemeClr val="bg1"/>
                </a:solidFill>
              </a:rPr>
              <a:t>Futuras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en-US" sz="5400" b="1" err="1">
                <a:solidFill>
                  <a:schemeClr val="bg1"/>
                </a:solidFill>
              </a:rPr>
              <a:t>Mejoras</a:t>
            </a:r>
            <a:endParaRPr lang="en-US" sz="4400" b="1">
              <a:solidFill>
                <a:schemeClr val="bg1"/>
              </a:solidFill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AD3D935-ECFC-4862-B395-207C13BAC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6" name="Graphic 35" descr="Bar chart">
            <a:extLst>
              <a:ext uri="{FF2B5EF4-FFF2-40B4-BE49-F238E27FC236}">
                <a16:creationId xmlns:a16="http://schemas.microsoft.com/office/drawing/2014/main" id="{241CF0D7-A984-6499-1724-5E6FF1C12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401" y="1793908"/>
            <a:ext cx="3491811" cy="3491811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57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1793C2-DD4E-A2D3-6998-7106AD557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490" y="2328796"/>
            <a:ext cx="3447287" cy="112636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chemeClr val="bg1"/>
                </a:solidFill>
                <a:latin typeface="Sabon Next LT"/>
                <a:cs typeface="Sabon Next LT"/>
              </a:rPr>
              <a:t>¿QUIERES PROBARLO TÚ MISMO?</a:t>
            </a:r>
            <a:endParaRPr lang="es-ES"/>
          </a:p>
        </p:txBody>
      </p:sp>
      <p:pic>
        <p:nvPicPr>
          <p:cNvPr id="6" name="Imagen 5" descr="Logotipo">
            <a:extLst>
              <a:ext uri="{FF2B5EF4-FFF2-40B4-BE49-F238E27FC236}">
                <a16:creationId xmlns:a16="http://schemas.microsoft.com/office/drawing/2014/main" id="{56337A66-6E04-D44E-3232-C74B5153B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246" y="1128811"/>
            <a:ext cx="4566906" cy="46578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59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09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3A2EE8-60E9-9D62-7BFC-B60DC72E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914" y="893935"/>
            <a:ext cx="5364937" cy="333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</a:p>
        </p:txBody>
      </p:sp>
      <p:sp>
        <p:nvSpPr>
          <p:cNvPr id="32" name="Freeform: Shape 14">
            <a:extLst>
              <a:ext uri="{FF2B5EF4-FFF2-40B4-BE49-F238E27FC236}">
                <a16:creationId xmlns:a16="http://schemas.microsoft.com/office/drawing/2014/main" id="{AAD3D935-ECFC-4862-B395-207C13BAC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3" name="Graphic 5" descr="Marca de verificación">
            <a:extLst>
              <a:ext uri="{FF2B5EF4-FFF2-40B4-BE49-F238E27FC236}">
                <a16:creationId xmlns:a16="http://schemas.microsoft.com/office/drawing/2014/main" id="{172DE12E-789A-AC72-E5BD-E67919279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401" y="1793908"/>
            <a:ext cx="3491811" cy="3491811"/>
          </a:xfrm>
          <a:prstGeom prst="rect">
            <a:avLst/>
          </a:prstGeom>
        </p:spPr>
      </p:pic>
      <p:cxnSp>
        <p:nvCxnSpPr>
          <p:cNvPr id="34" name="Straight Connector 16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69779"/>
      </p:ext>
    </p:extLst>
  </p:cSld>
  <p:clrMapOvr>
    <a:masterClrMapping/>
  </p:clrMapOvr>
  <p:transition spd="slow">
    <p:comb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1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4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DCD887-7068-446E-067F-5751F3AF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128811"/>
            <a:ext cx="3447288" cy="33422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GRACIAS POR SU ATENCIÓN</a:t>
            </a:r>
          </a:p>
        </p:txBody>
      </p:sp>
      <p:pic>
        <p:nvPicPr>
          <p:cNvPr id="4" name="Chimpancé aplaudiendo" descr="Chimpancé aplaudiendo">
            <a:hlinkClick r:id="" action="ppaction://media"/>
            <a:extLst>
              <a:ext uri="{FF2B5EF4-FFF2-40B4-BE49-F238E27FC236}">
                <a16:creationId xmlns:a16="http://schemas.microsoft.com/office/drawing/2014/main" id="{15AD5980-3CCF-C72E-0A4F-ADC1A9DD09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6500" y="1871369"/>
            <a:ext cx="5640399" cy="3172724"/>
          </a:xfrm>
          <a:prstGeom prst="rect">
            <a:avLst/>
          </a:prstGeom>
        </p:spPr>
      </p:pic>
      <p:sp>
        <p:nvSpPr>
          <p:cNvPr id="14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46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Panorámica</PresentationFormat>
  <Paragraphs>73</Paragraphs>
  <Slides>22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Arial</vt:lpstr>
      <vt:lpstr>Avenir Next LT Pro</vt:lpstr>
      <vt:lpstr>Calibri</vt:lpstr>
      <vt:lpstr>Perpetua</vt:lpstr>
      <vt:lpstr>Sabon Next LT</vt:lpstr>
      <vt:lpstr>Sitka Banner</vt:lpstr>
      <vt:lpstr>Wingdings</vt:lpstr>
      <vt:lpstr>HeadlinesVTI</vt:lpstr>
      <vt:lpstr>INFODEPORTES</vt:lpstr>
      <vt:lpstr>ÍNDICE</vt:lpstr>
      <vt:lpstr>Presentación de PowerPoint</vt:lpstr>
      <vt:lpstr>¿QUIÉNES SOMOS?</vt:lpstr>
      <vt:lpstr>Presentación de PowerPoint</vt:lpstr>
      <vt:lpstr>Presentación de PowerPoint</vt:lpstr>
      <vt:lpstr>¿Es útil y viable?</vt:lpstr>
      <vt:lpstr>INFODEPORTE es una solución compuesta por</vt:lpstr>
      <vt:lpstr>OBJETIVOS DEL PROYECTO</vt:lpstr>
      <vt:lpstr>UN PROYECTO CON GRAN IMPACTO</vt:lpstr>
      <vt:lpstr>🙋‍¿Qué puede hacer un usuario con INFODEPORTE?</vt:lpstr>
      <vt:lpstr>Presentación de PowerPoint</vt:lpstr>
      <vt:lpstr>Presentación de PowerPoint</vt:lpstr>
      <vt:lpstr>ARQUITECTURA Y DISEÑO TÉCNICO</vt:lpstr>
      <vt:lpstr>Presentación de PowerPoint</vt:lpstr>
      <vt:lpstr>ESTRUCTURA DEL PROYECTO: INICIALIZACION Y FUNCIONES AUXILIARES BOT.PY</vt:lpstr>
      <vt:lpstr>Presentación de PowerPoint</vt:lpstr>
      <vt:lpstr>   RETOS TÉCNICOS Y SOLUCIONES</vt:lpstr>
      <vt:lpstr>🔁 Ampliar cobertura deportiva 📊 Análisis avanzado 🔔 Notificaciones más inteligentes 🌐 Multilenguaje 📈 Gráficos interactivos en la web 🤝 Integración con redes sociales ⌚ Compatibilidad con wearables </vt:lpstr>
      <vt:lpstr>Presentación de PowerPoint</vt:lpstr>
      <vt:lpstr>CONCLUSIÓN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INFODEPORTES</dc:title>
  <dc:creator>User</dc:creator>
  <cp:lastModifiedBy>MARIO CAÑADAS CAMPOS</cp:lastModifiedBy>
  <cp:revision>786</cp:revision>
  <dcterms:created xsi:type="dcterms:W3CDTF">2025-04-14T09:33:58Z</dcterms:created>
  <dcterms:modified xsi:type="dcterms:W3CDTF">2025-04-21T17:11:03Z</dcterms:modified>
</cp:coreProperties>
</file>